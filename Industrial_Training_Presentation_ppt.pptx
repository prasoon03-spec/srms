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3"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20EC0A-BF2B-402E-9D51-97D42EBFA95A}" v="49" dt="2026-09-24T19:48:03.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oon Kumar" userId="694e7a6c422b260b" providerId="LiveId" clId="{CE2C36F3-8CE8-484D-8A8F-88E22B13E177}"/>
    <pc:docChg chg="undo custSel addSld delSld modSld modMainMaster">
      <pc:chgData name="Prasoon Kumar" userId="694e7a6c422b260b" providerId="LiveId" clId="{CE2C36F3-8CE8-484D-8A8F-88E22B13E177}" dt="2026-09-24T19:58:54.238" v="1039" actId="20577"/>
      <pc:docMkLst>
        <pc:docMk/>
      </pc:docMkLst>
      <pc:sldChg chg="modSp mod">
        <pc:chgData name="Prasoon Kumar" userId="694e7a6c422b260b" providerId="LiveId" clId="{CE2C36F3-8CE8-484D-8A8F-88E22B13E177}" dt="2026-09-24T19:17:35.134" v="323" actId="1076"/>
        <pc:sldMkLst>
          <pc:docMk/>
          <pc:sldMk cId="2531313909" sldId="258"/>
        </pc:sldMkLst>
        <pc:spChg chg="mod">
          <ac:chgData name="Prasoon Kumar" userId="694e7a6c422b260b" providerId="LiveId" clId="{CE2C36F3-8CE8-484D-8A8F-88E22B13E177}" dt="2026-09-24T19:17:35.134" v="323" actId="1076"/>
          <ac:spMkLst>
            <pc:docMk/>
            <pc:sldMk cId="2531313909" sldId="258"/>
            <ac:spMk id="6" creationId="{EA80902E-77D3-B964-E1BB-5956750E7F6B}"/>
          </ac:spMkLst>
        </pc:spChg>
      </pc:sldChg>
      <pc:sldChg chg="modSp mod">
        <pc:chgData name="Prasoon Kumar" userId="694e7a6c422b260b" providerId="LiveId" clId="{CE2C36F3-8CE8-484D-8A8F-88E22B13E177}" dt="2026-09-24T19:18:28.362" v="331" actId="255"/>
        <pc:sldMkLst>
          <pc:docMk/>
          <pc:sldMk cId="1616224171" sldId="259"/>
        </pc:sldMkLst>
        <pc:spChg chg="mod">
          <ac:chgData name="Prasoon Kumar" userId="694e7a6c422b260b" providerId="LiveId" clId="{CE2C36F3-8CE8-484D-8A8F-88E22B13E177}" dt="2026-09-24T19:18:28.362" v="331" actId="255"/>
          <ac:spMkLst>
            <pc:docMk/>
            <pc:sldMk cId="1616224171" sldId="259"/>
            <ac:spMk id="4" creationId="{3C5F47CF-0799-6548-4A6E-74FD8B335F9F}"/>
          </ac:spMkLst>
        </pc:spChg>
      </pc:sldChg>
      <pc:sldChg chg="modSp mod">
        <pc:chgData name="Prasoon Kumar" userId="694e7a6c422b260b" providerId="LiveId" clId="{CE2C36F3-8CE8-484D-8A8F-88E22B13E177}" dt="2026-09-24T19:21:58.882" v="339" actId="1076"/>
        <pc:sldMkLst>
          <pc:docMk/>
          <pc:sldMk cId="869699804" sldId="261"/>
        </pc:sldMkLst>
        <pc:spChg chg="mod">
          <ac:chgData name="Prasoon Kumar" userId="694e7a6c422b260b" providerId="LiveId" clId="{CE2C36F3-8CE8-484D-8A8F-88E22B13E177}" dt="2026-09-24T19:21:58.882" v="339" actId="1076"/>
          <ac:spMkLst>
            <pc:docMk/>
            <pc:sldMk cId="869699804" sldId="261"/>
            <ac:spMk id="6" creationId="{640A79BC-817C-5809-B3A3-A2B29A542121}"/>
          </ac:spMkLst>
        </pc:spChg>
      </pc:sldChg>
      <pc:sldChg chg="modSp mod">
        <pc:chgData name="Prasoon Kumar" userId="694e7a6c422b260b" providerId="LiveId" clId="{CE2C36F3-8CE8-484D-8A8F-88E22B13E177}" dt="2026-09-24T19:25:44.418" v="348" actId="1076"/>
        <pc:sldMkLst>
          <pc:docMk/>
          <pc:sldMk cId="1942989742" sldId="262"/>
        </pc:sldMkLst>
        <pc:spChg chg="mod">
          <ac:chgData name="Prasoon Kumar" userId="694e7a6c422b260b" providerId="LiveId" clId="{CE2C36F3-8CE8-484D-8A8F-88E22B13E177}" dt="2026-09-24T19:25:44.418" v="348" actId="1076"/>
          <ac:spMkLst>
            <pc:docMk/>
            <pc:sldMk cId="1942989742" sldId="262"/>
            <ac:spMk id="8" creationId="{821BBFAC-EAAA-06CE-D547-1F5E9A7BE5D5}"/>
          </ac:spMkLst>
        </pc:spChg>
      </pc:sldChg>
      <pc:sldChg chg="modSp mod">
        <pc:chgData name="Prasoon Kumar" userId="694e7a6c422b260b" providerId="LiveId" clId="{CE2C36F3-8CE8-484D-8A8F-88E22B13E177}" dt="2026-09-24T19:26:00.414" v="352" actId="255"/>
        <pc:sldMkLst>
          <pc:docMk/>
          <pc:sldMk cId="2611846135" sldId="263"/>
        </pc:sldMkLst>
        <pc:spChg chg="mod">
          <ac:chgData name="Prasoon Kumar" userId="694e7a6c422b260b" providerId="LiveId" clId="{CE2C36F3-8CE8-484D-8A8F-88E22B13E177}" dt="2026-09-24T19:26:00.414" v="352" actId="255"/>
          <ac:spMkLst>
            <pc:docMk/>
            <pc:sldMk cId="2611846135" sldId="263"/>
            <ac:spMk id="4" creationId="{72ECE126-BF3F-1F33-9A4C-0CABC2DF6E2A}"/>
          </ac:spMkLst>
        </pc:spChg>
      </pc:sldChg>
      <pc:sldChg chg="modSp mod">
        <pc:chgData name="Prasoon Kumar" userId="694e7a6c422b260b" providerId="LiveId" clId="{CE2C36F3-8CE8-484D-8A8F-88E22B13E177}" dt="2026-09-24T19:26:22.310" v="358" actId="255"/>
        <pc:sldMkLst>
          <pc:docMk/>
          <pc:sldMk cId="595462704" sldId="264"/>
        </pc:sldMkLst>
        <pc:spChg chg="mod">
          <ac:chgData name="Prasoon Kumar" userId="694e7a6c422b260b" providerId="LiveId" clId="{CE2C36F3-8CE8-484D-8A8F-88E22B13E177}" dt="2026-09-24T18:28:37.817" v="12" actId="14100"/>
          <ac:spMkLst>
            <pc:docMk/>
            <pc:sldMk cId="595462704" sldId="264"/>
            <ac:spMk id="2" creationId="{21224158-40D3-F9E1-744C-9710CA5CCA68}"/>
          </ac:spMkLst>
        </pc:spChg>
        <pc:spChg chg="mod">
          <ac:chgData name="Prasoon Kumar" userId="694e7a6c422b260b" providerId="LiveId" clId="{CE2C36F3-8CE8-484D-8A8F-88E22B13E177}" dt="2026-09-24T19:26:22.310" v="358" actId="255"/>
          <ac:spMkLst>
            <pc:docMk/>
            <pc:sldMk cId="595462704" sldId="264"/>
            <ac:spMk id="4" creationId="{B13983AD-3B5E-80BB-2F17-172CDC545A13}"/>
          </ac:spMkLst>
        </pc:spChg>
      </pc:sldChg>
      <pc:sldChg chg="addSp delSp modSp new mod">
        <pc:chgData name="Prasoon Kumar" userId="694e7a6c422b260b" providerId="LiveId" clId="{CE2C36F3-8CE8-484D-8A8F-88E22B13E177}" dt="2026-09-24T18:33:15.012" v="67" actId="20577"/>
        <pc:sldMkLst>
          <pc:docMk/>
          <pc:sldMk cId="757538507" sldId="265"/>
        </pc:sldMkLst>
        <pc:spChg chg="mod">
          <ac:chgData name="Prasoon Kumar" userId="694e7a6c422b260b" providerId="LiveId" clId="{CE2C36F3-8CE8-484D-8A8F-88E22B13E177}" dt="2026-09-24T18:30:32.279" v="16" actId="122"/>
          <ac:spMkLst>
            <pc:docMk/>
            <pc:sldMk cId="757538507" sldId="265"/>
            <ac:spMk id="2" creationId="{EFE085C8-291A-1A75-2F80-792A9D8C11CF}"/>
          </ac:spMkLst>
        </pc:spChg>
        <pc:spChg chg="del">
          <ac:chgData name="Prasoon Kumar" userId="694e7a6c422b260b" providerId="LiveId" clId="{CE2C36F3-8CE8-484D-8A8F-88E22B13E177}" dt="2026-09-24T18:30:35.380" v="17" actId="21"/>
          <ac:spMkLst>
            <pc:docMk/>
            <pc:sldMk cId="757538507" sldId="265"/>
            <ac:spMk id="3" creationId="{0950E706-4DFE-0E89-C93E-19C70A1C939C}"/>
          </ac:spMkLst>
        </pc:spChg>
        <pc:spChg chg="add del mod">
          <ac:chgData name="Prasoon Kumar" userId="694e7a6c422b260b" providerId="LiveId" clId="{CE2C36F3-8CE8-484D-8A8F-88E22B13E177}" dt="2026-09-24T18:31:01.787" v="24"/>
          <ac:spMkLst>
            <pc:docMk/>
            <pc:sldMk cId="757538507" sldId="265"/>
            <ac:spMk id="4" creationId="{84B162F1-990A-1CAE-4D8C-6F231D0241AE}"/>
          </ac:spMkLst>
        </pc:spChg>
        <pc:spChg chg="add del mod">
          <ac:chgData name="Prasoon Kumar" userId="694e7a6c422b260b" providerId="LiveId" clId="{CE2C36F3-8CE8-484D-8A8F-88E22B13E177}" dt="2026-09-24T18:31:50.458" v="39"/>
          <ac:spMkLst>
            <pc:docMk/>
            <pc:sldMk cId="757538507" sldId="265"/>
            <ac:spMk id="6" creationId="{C075947D-1C99-9718-E19E-8528C07CBFEE}"/>
          </ac:spMkLst>
        </pc:spChg>
        <pc:spChg chg="add mod">
          <ac:chgData name="Prasoon Kumar" userId="694e7a6c422b260b" providerId="LiveId" clId="{CE2C36F3-8CE8-484D-8A8F-88E22B13E177}" dt="2026-09-24T18:32:55.072" v="57" actId="1076"/>
          <ac:spMkLst>
            <pc:docMk/>
            <pc:sldMk cId="757538507" sldId="265"/>
            <ac:spMk id="8" creationId="{B0101862-216A-73FD-8D29-DE207BFCA376}"/>
          </ac:spMkLst>
        </pc:spChg>
        <pc:spChg chg="add mod">
          <ac:chgData name="Prasoon Kumar" userId="694e7a6c422b260b" providerId="LiveId" clId="{CE2C36F3-8CE8-484D-8A8F-88E22B13E177}" dt="2026-09-24T18:33:15.012" v="67" actId="20577"/>
          <ac:spMkLst>
            <pc:docMk/>
            <pc:sldMk cId="757538507" sldId="265"/>
            <ac:spMk id="9" creationId="{DE45ACE5-7485-CE41-B49B-22FBF9470CAE}"/>
          </ac:spMkLst>
        </pc:spChg>
        <pc:picChg chg="add mod">
          <ac:chgData name="Prasoon Kumar" userId="694e7a6c422b260b" providerId="LiveId" clId="{CE2C36F3-8CE8-484D-8A8F-88E22B13E177}" dt="2026-09-24T18:31:38.552" v="31" actId="14100"/>
          <ac:picMkLst>
            <pc:docMk/>
            <pc:sldMk cId="757538507" sldId="265"/>
            <ac:picMk id="5" creationId="{B81E4DD5-15CF-FAA3-4259-303EFB143442}"/>
          </ac:picMkLst>
        </pc:picChg>
        <pc:picChg chg="add mod">
          <ac:chgData name="Prasoon Kumar" userId="694e7a6c422b260b" providerId="LiveId" clId="{CE2C36F3-8CE8-484D-8A8F-88E22B13E177}" dt="2026-09-24T18:31:49.606" v="37" actId="1076"/>
          <ac:picMkLst>
            <pc:docMk/>
            <pc:sldMk cId="757538507" sldId="265"/>
            <ac:picMk id="7" creationId="{A93329E6-1E07-9B77-D744-B3F92FB0904E}"/>
          </ac:picMkLst>
        </pc:picChg>
      </pc:sldChg>
      <pc:sldChg chg="addSp delSp modSp new mod">
        <pc:chgData name="Prasoon Kumar" userId="694e7a6c422b260b" providerId="LiveId" clId="{CE2C36F3-8CE8-484D-8A8F-88E22B13E177}" dt="2026-09-24T18:34:39.206" v="100" actId="1076"/>
        <pc:sldMkLst>
          <pc:docMk/>
          <pc:sldMk cId="3860929169" sldId="266"/>
        </pc:sldMkLst>
        <pc:spChg chg="del">
          <ac:chgData name="Prasoon Kumar" userId="694e7a6c422b260b" providerId="LiveId" clId="{CE2C36F3-8CE8-484D-8A8F-88E22B13E177}" dt="2026-09-24T18:33:27.022" v="69" actId="21"/>
          <ac:spMkLst>
            <pc:docMk/>
            <pc:sldMk cId="3860929169" sldId="266"/>
            <ac:spMk id="2" creationId="{4B907F3C-88CD-2D23-2502-F47D553A2563}"/>
          </ac:spMkLst>
        </pc:spChg>
        <pc:spChg chg="del">
          <ac:chgData name="Prasoon Kumar" userId="694e7a6c422b260b" providerId="LiveId" clId="{CE2C36F3-8CE8-484D-8A8F-88E22B13E177}" dt="2026-09-24T18:33:29.701" v="70" actId="21"/>
          <ac:spMkLst>
            <pc:docMk/>
            <pc:sldMk cId="3860929169" sldId="266"/>
            <ac:spMk id="3" creationId="{F1DBAA1C-439C-3DD4-0A09-7CC7FC814D63}"/>
          </ac:spMkLst>
        </pc:spChg>
        <pc:spChg chg="add del mod">
          <ac:chgData name="Prasoon Kumar" userId="694e7a6c422b260b" providerId="LiveId" clId="{CE2C36F3-8CE8-484D-8A8F-88E22B13E177}" dt="2026-09-24T18:34:16.348" v="85"/>
          <ac:spMkLst>
            <pc:docMk/>
            <pc:sldMk cId="3860929169" sldId="266"/>
            <ac:spMk id="4" creationId="{CE81D5FD-B6F2-39B6-C7AD-C92D19DB964A}"/>
          </ac:spMkLst>
        </pc:spChg>
        <pc:spChg chg="add mod">
          <ac:chgData name="Prasoon Kumar" userId="694e7a6c422b260b" providerId="LiveId" clId="{CE2C36F3-8CE8-484D-8A8F-88E22B13E177}" dt="2026-09-24T18:34:39.206" v="100" actId="1076"/>
          <ac:spMkLst>
            <pc:docMk/>
            <pc:sldMk cId="3860929169" sldId="266"/>
            <ac:spMk id="6" creationId="{546AEF6A-5213-9692-A5E7-9EE63F367521}"/>
          </ac:spMkLst>
        </pc:spChg>
        <pc:picChg chg="add mod">
          <ac:chgData name="Prasoon Kumar" userId="694e7a6c422b260b" providerId="LiveId" clId="{CE2C36F3-8CE8-484D-8A8F-88E22B13E177}" dt="2026-09-24T18:33:59.395" v="83" actId="1076"/>
          <ac:picMkLst>
            <pc:docMk/>
            <pc:sldMk cId="3860929169" sldId="266"/>
            <ac:picMk id="5" creationId="{4D07ACF7-9789-CD40-B2F0-C15B0D832186}"/>
          </ac:picMkLst>
        </pc:picChg>
      </pc:sldChg>
      <pc:sldChg chg="addSp delSp modSp new mod">
        <pc:chgData name="Prasoon Kumar" userId="694e7a6c422b260b" providerId="LiveId" clId="{CE2C36F3-8CE8-484D-8A8F-88E22B13E177}" dt="2026-09-24T19:27:58.303" v="366" actId="1076"/>
        <pc:sldMkLst>
          <pc:docMk/>
          <pc:sldMk cId="968654708" sldId="267"/>
        </pc:sldMkLst>
        <pc:spChg chg="mod">
          <ac:chgData name="Prasoon Kumar" userId="694e7a6c422b260b" providerId="LiveId" clId="{CE2C36F3-8CE8-484D-8A8F-88E22B13E177}" dt="2026-09-24T18:42:10.105" v="193" actId="14100"/>
          <ac:spMkLst>
            <pc:docMk/>
            <pc:sldMk cId="968654708" sldId="267"/>
            <ac:spMk id="2" creationId="{FB175F68-F280-844E-3086-49D9A113B08B}"/>
          </ac:spMkLst>
        </pc:spChg>
        <pc:spChg chg="del">
          <ac:chgData name="Prasoon Kumar" userId="694e7a6c422b260b" providerId="LiveId" clId="{CE2C36F3-8CE8-484D-8A8F-88E22B13E177}" dt="2026-09-24T18:35:04.042" v="105" actId="21"/>
          <ac:spMkLst>
            <pc:docMk/>
            <pc:sldMk cId="968654708" sldId="267"/>
            <ac:spMk id="3" creationId="{AFB712F1-17F8-D7A5-5CDE-BAA0DB60A829}"/>
          </ac:spMkLst>
        </pc:spChg>
        <pc:spChg chg="add mod">
          <ac:chgData name="Prasoon Kumar" userId="694e7a6c422b260b" providerId="LiveId" clId="{CE2C36F3-8CE8-484D-8A8F-88E22B13E177}" dt="2026-09-24T19:27:27.457" v="361" actId="255"/>
          <ac:spMkLst>
            <pc:docMk/>
            <pc:sldMk cId="968654708" sldId="267"/>
            <ac:spMk id="4" creationId="{1FF24D19-3C3E-B2BE-79C2-9E3C91B8AAD6}"/>
          </ac:spMkLst>
        </pc:spChg>
        <pc:spChg chg="add del mod">
          <ac:chgData name="Prasoon Kumar" userId="694e7a6c422b260b" providerId="LiveId" clId="{CE2C36F3-8CE8-484D-8A8F-88E22B13E177}" dt="2026-09-24T18:37:17.769" v="126"/>
          <ac:spMkLst>
            <pc:docMk/>
            <pc:sldMk cId="968654708" sldId="267"/>
            <ac:spMk id="5" creationId="{5CD83572-107C-3FB9-D10A-B53AE95E7B6C}"/>
          </ac:spMkLst>
        </pc:spChg>
        <pc:spChg chg="add">
          <ac:chgData name="Prasoon Kumar" userId="694e7a6c422b260b" providerId="LiveId" clId="{CE2C36F3-8CE8-484D-8A8F-88E22B13E177}" dt="2026-09-24T18:37:02.901" v="122"/>
          <ac:spMkLst>
            <pc:docMk/>
            <pc:sldMk cId="968654708" sldId="267"/>
            <ac:spMk id="8" creationId="{B99EF9A2-252C-6B22-0D62-BDB57C84B23F}"/>
          </ac:spMkLst>
        </pc:spChg>
        <pc:spChg chg="add del mod">
          <ac:chgData name="Prasoon Kumar" userId="694e7a6c422b260b" providerId="LiveId" clId="{CE2C36F3-8CE8-484D-8A8F-88E22B13E177}" dt="2026-09-24T18:38:06.677" v="137"/>
          <ac:spMkLst>
            <pc:docMk/>
            <pc:sldMk cId="968654708" sldId="267"/>
            <ac:spMk id="9" creationId="{D86BA71A-0C26-F23A-098D-29EF2D6F4B9F}"/>
          </ac:spMkLst>
        </pc:spChg>
        <pc:spChg chg="add del mod">
          <ac:chgData name="Prasoon Kumar" userId="694e7a6c422b260b" providerId="LiveId" clId="{CE2C36F3-8CE8-484D-8A8F-88E22B13E177}" dt="2026-09-24T18:38:37.084" v="148"/>
          <ac:spMkLst>
            <pc:docMk/>
            <pc:sldMk cId="968654708" sldId="267"/>
            <ac:spMk id="12" creationId="{6572C861-81CA-37DE-E616-36884AFE4A98}"/>
          </ac:spMkLst>
        </pc:spChg>
        <pc:spChg chg="add del mod">
          <ac:chgData name="Prasoon Kumar" userId="694e7a6c422b260b" providerId="LiveId" clId="{CE2C36F3-8CE8-484D-8A8F-88E22B13E177}" dt="2026-09-24T18:38:37.073" v="146" actId="21"/>
          <ac:spMkLst>
            <pc:docMk/>
            <pc:sldMk cId="968654708" sldId="267"/>
            <ac:spMk id="15" creationId="{62772259-50CD-F6E4-C069-79621E65D96E}"/>
          </ac:spMkLst>
        </pc:spChg>
        <pc:spChg chg="add del mod">
          <ac:chgData name="Prasoon Kumar" userId="694e7a6c422b260b" providerId="LiveId" clId="{CE2C36F3-8CE8-484D-8A8F-88E22B13E177}" dt="2026-09-24T18:39:18.223" v="159"/>
          <ac:spMkLst>
            <pc:docMk/>
            <pc:sldMk cId="968654708" sldId="267"/>
            <ac:spMk id="16" creationId="{BFF1C16A-3C80-7033-4923-A174D61F1AC0}"/>
          </ac:spMkLst>
        </pc:spChg>
        <pc:spChg chg="add del">
          <ac:chgData name="Prasoon Kumar" userId="694e7a6c422b260b" providerId="LiveId" clId="{CE2C36F3-8CE8-484D-8A8F-88E22B13E177}" dt="2026-09-24T18:39:18.210" v="157" actId="21"/>
          <ac:spMkLst>
            <pc:docMk/>
            <pc:sldMk cId="968654708" sldId="267"/>
            <ac:spMk id="19" creationId="{00B74A6F-A706-E092-F6F0-5E387610D02E}"/>
          </ac:spMkLst>
        </pc:spChg>
        <pc:spChg chg="add del mod">
          <ac:chgData name="Prasoon Kumar" userId="694e7a6c422b260b" providerId="LiveId" clId="{CE2C36F3-8CE8-484D-8A8F-88E22B13E177}" dt="2026-09-24T18:40:10.953" v="174"/>
          <ac:spMkLst>
            <pc:docMk/>
            <pc:sldMk cId="968654708" sldId="267"/>
            <ac:spMk id="20" creationId="{0F3AA22D-79DD-0A85-4769-0653D1F4B1B0}"/>
          </ac:spMkLst>
        </pc:spChg>
        <pc:spChg chg="add mod">
          <ac:chgData name="Prasoon Kumar" userId="694e7a6c422b260b" providerId="LiveId" clId="{CE2C36F3-8CE8-484D-8A8F-88E22B13E177}" dt="2026-09-24T19:27:58.303" v="366" actId="1076"/>
          <ac:spMkLst>
            <pc:docMk/>
            <pc:sldMk cId="968654708" sldId="267"/>
            <ac:spMk id="22" creationId="{3368A0F3-FC29-D97D-7BA3-B352E2012E98}"/>
          </ac:spMkLst>
        </pc:spChg>
        <pc:graphicFrameChg chg="add del mod">
          <ac:chgData name="Prasoon Kumar" userId="694e7a6c422b260b" providerId="LiveId" clId="{CE2C36F3-8CE8-484D-8A8F-88E22B13E177}" dt="2026-09-24T18:37:17.761" v="124" actId="21"/>
          <ac:graphicFrameMkLst>
            <pc:docMk/>
            <pc:sldMk cId="968654708" sldId="267"/>
            <ac:graphicFrameMk id="6" creationId="{12270CAD-1601-C6F4-40AD-29B034BC4D50}"/>
          </ac:graphicFrameMkLst>
        </pc:graphicFrameChg>
        <pc:graphicFrameChg chg="add del mod modGraphic">
          <ac:chgData name="Prasoon Kumar" userId="694e7a6c422b260b" providerId="LiveId" clId="{CE2C36F3-8CE8-484D-8A8F-88E22B13E177}" dt="2026-09-24T18:38:06.671" v="135" actId="21"/>
          <ac:graphicFrameMkLst>
            <pc:docMk/>
            <pc:sldMk cId="968654708" sldId="267"/>
            <ac:graphicFrameMk id="11" creationId="{0D7764E7-EF2E-09F0-4E21-2B3BE0959200}"/>
          </ac:graphicFrameMkLst>
        </pc:graphicFrameChg>
        <pc:graphicFrameChg chg="add del mod">
          <ac:chgData name="Prasoon Kumar" userId="694e7a6c422b260b" providerId="LiveId" clId="{CE2C36F3-8CE8-484D-8A8F-88E22B13E177}" dt="2026-09-24T18:38:37.073" v="146" actId="21"/>
          <ac:graphicFrameMkLst>
            <pc:docMk/>
            <pc:sldMk cId="968654708" sldId="267"/>
            <ac:graphicFrameMk id="13" creationId="{727656CE-88E1-0305-11EF-635D224F15FE}"/>
          </ac:graphicFrameMkLst>
        </pc:graphicFrameChg>
        <pc:graphicFrameChg chg="add del mod">
          <ac:chgData name="Prasoon Kumar" userId="694e7a6c422b260b" providerId="LiveId" clId="{CE2C36F3-8CE8-484D-8A8F-88E22B13E177}" dt="2026-09-24T18:39:18.210" v="157" actId="21"/>
          <ac:graphicFrameMkLst>
            <pc:docMk/>
            <pc:sldMk cId="968654708" sldId="267"/>
            <ac:graphicFrameMk id="17" creationId="{AF42F4EC-32D4-DD43-23D2-96D1C3DB29ED}"/>
          </ac:graphicFrameMkLst>
        </pc:graphicFrameChg>
        <pc:graphicFrameChg chg="add mod modGraphic">
          <ac:chgData name="Prasoon Kumar" userId="694e7a6c422b260b" providerId="LiveId" clId="{CE2C36F3-8CE8-484D-8A8F-88E22B13E177}" dt="2026-09-24T19:27:34.924" v="362" actId="1076"/>
          <ac:graphicFrameMkLst>
            <pc:docMk/>
            <pc:sldMk cId="968654708" sldId="267"/>
            <ac:graphicFrameMk id="21" creationId="{06A60966-DFA8-3B60-1267-373FB7FCBCFD}"/>
          </ac:graphicFrameMkLst>
        </pc:graphicFrameChg>
      </pc:sldChg>
      <pc:sldChg chg="addSp delSp modSp new mod">
        <pc:chgData name="Prasoon Kumar" userId="694e7a6c422b260b" providerId="LiveId" clId="{CE2C36F3-8CE8-484D-8A8F-88E22B13E177}" dt="2026-09-24T19:28:43.895" v="368" actId="255"/>
        <pc:sldMkLst>
          <pc:docMk/>
          <pc:sldMk cId="1387848347" sldId="268"/>
        </pc:sldMkLst>
        <pc:spChg chg="del">
          <ac:chgData name="Prasoon Kumar" userId="694e7a6c422b260b" providerId="LiveId" clId="{CE2C36F3-8CE8-484D-8A8F-88E22B13E177}" dt="2026-09-24T18:40:42.157" v="179" actId="21"/>
          <ac:spMkLst>
            <pc:docMk/>
            <pc:sldMk cId="1387848347" sldId="268"/>
            <ac:spMk id="2" creationId="{5FC02B41-FF23-E743-259F-32A5A378CDE6}"/>
          </ac:spMkLst>
        </pc:spChg>
        <pc:spChg chg="del">
          <ac:chgData name="Prasoon Kumar" userId="694e7a6c422b260b" providerId="LiveId" clId="{CE2C36F3-8CE8-484D-8A8F-88E22B13E177}" dt="2026-09-24T18:40:45.595" v="180" actId="21"/>
          <ac:spMkLst>
            <pc:docMk/>
            <pc:sldMk cId="1387848347" sldId="268"/>
            <ac:spMk id="3" creationId="{2E53D528-6850-EBC1-F5AB-0015414F0A3F}"/>
          </ac:spMkLst>
        </pc:spChg>
        <pc:spChg chg="add mod">
          <ac:chgData name="Prasoon Kumar" userId="694e7a6c422b260b" providerId="LiveId" clId="{CE2C36F3-8CE8-484D-8A8F-88E22B13E177}" dt="2026-09-24T19:28:43.895" v="368" actId="255"/>
          <ac:spMkLst>
            <pc:docMk/>
            <pc:sldMk cId="1387848347" sldId="268"/>
            <ac:spMk id="4" creationId="{98C1BB69-3522-F0A6-1BE7-82A4D3D44DDC}"/>
          </ac:spMkLst>
        </pc:spChg>
      </pc:sldChg>
      <pc:sldChg chg="addSp delSp modSp new mod">
        <pc:chgData name="Prasoon Kumar" userId="694e7a6c422b260b" providerId="LiveId" clId="{CE2C36F3-8CE8-484D-8A8F-88E22B13E177}" dt="2026-09-24T18:51:40.752" v="210" actId="14100"/>
        <pc:sldMkLst>
          <pc:docMk/>
          <pc:sldMk cId="3648359412" sldId="269"/>
        </pc:sldMkLst>
        <pc:spChg chg="mod">
          <ac:chgData name="Prasoon Kumar" userId="694e7a6c422b260b" providerId="LiveId" clId="{CE2C36F3-8CE8-484D-8A8F-88E22B13E177}" dt="2026-09-24T18:46:38.434" v="199" actId="122"/>
          <ac:spMkLst>
            <pc:docMk/>
            <pc:sldMk cId="3648359412" sldId="269"/>
            <ac:spMk id="2" creationId="{57B4BA47-7B72-0143-467E-430765BE1457}"/>
          </ac:spMkLst>
        </pc:spChg>
        <pc:spChg chg="del">
          <ac:chgData name="Prasoon Kumar" userId="694e7a6c422b260b" providerId="LiveId" clId="{CE2C36F3-8CE8-484D-8A8F-88E22B13E177}" dt="2026-09-24T18:46:42.063" v="200" actId="21"/>
          <ac:spMkLst>
            <pc:docMk/>
            <pc:sldMk cId="3648359412" sldId="269"/>
            <ac:spMk id="3" creationId="{460D75CF-32B9-B068-0B2C-C26115E8CD7A}"/>
          </ac:spMkLst>
        </pc:spChg>
        <pc:spChg chg="add del mod">
          <ac:chgData name="Prasoon Kumar" userId="694e7a6c422b260b" providerId="LiveId" clId="{CE2C36F3-8CE8-484D-8A8F-88E22B13E177}" dt="2026-09-24T18:50:07.707" v="206"/>
          <ac:spMkLst>
            <pc:docMk/>
            <pc:sldMk cId="3648359412" sldId="269"/>
            <ac:spMk id="4" creationId="{E932FDD0-6339-0D2C-9298-532CFB9A6B21}"/>
          </ac:spMkLst>
        </pc:spChg>
        <pc:graphicFrameChg chg="add mod modGraphic">
          <ac:chgData name="Prasoon Kumar" userId="694e7a6c422b260b" providerId="LiveId" clId="{CE2C36F3-8CE8-484D-8A8F-88E22B13E177}" dt="2026-09-24T18:51:40.752" v="210" actId="14100"/>
          <ac:graphicFrameMkLst>
            <pc:docMk/>
            <pc:sldMk cId="3648359412" sldId="269"/>
            <ac:graphicFrameMk id="5" creationId="{092214A7-ADA5-4D37-03E9-BFBB55DC4DBB}"/>
          </ac:graphicFrameMkLst>
        </pc:graphicFrameChg>
      </pc:sldChg>
      <pc:sldChg chg="addSp delSp modSp new mod">
        <pc:chgData name="Prasoon Kumar" userId="694e7a6c422b260b" providerId="LiveId" clId="{CE2C36F3-8CE8-484D-8A8F-88E22B13E177}" dt="2026-09-24T19:29:05.017" v="372" actId="255"/>
        <pc:sldMkLst>
          <pc:docMk/>
          <pc:sldMk cId="722928856" sldId="270"/>
        </pc:sldMkLst>
        <pc:spChg chg="mod">
          <ac:chgData name="Prasoon Kumar" userId="694e7a6c422b260b" providerId="LiveId" clId="{CE2C36F3-8CE8-484D-8A8F-88E22B13E177}" dt="2026-09-24T18:55:56.587" v="225" actId="122"/>
          <ac:spMkLst>
            <pc:docMk/>
            <pc:sldMk cId="722928856" sldId="270"/>
            <ac:spMk id="2" creationId="{1814CBAF-061D-59D2-8D23-371DEA9DA3B7}"/>
          </ac:spMkLst>
        </pc:spChg>
        <pc:spChg chg="del">
          <ac:chgData name="Prasoon Kumar" userId="694e7a6c422b260b" providerId="LiveId" clId="{CE2C36F3-8CE8-484D-8A8F-88E22B13E177}" dt="2026-09-24T18:55:59.740" v="226" actId="21"/>
          <ac:spMkLst>
            <pc:docMk/>
            <pc:sldMk cId="722928856" sldId="270"/>
            <ac:spMk id="3" creationId="{FAFFF8D4-8544-5376-5C46-B32CEFC4C2DF}"/>
          </ac:spMkLst>
        </pc:spChg>
        <pc:spChg chg="add mod">
          <ac:chgData name="Prasoon Kumar" userId="694e7a6c422b260b" providerId="LiveId" clId="{CE2C36F3-8CE8-484D-8A8F-88E22B13E177}" dt="2026-09-24T19:29:05.017" v="372" actId="255"/>
          <ac:spMkLst>
            <pc:docMk/>
            <pc:sldMk cId="722928856" sldId="270"/>
            <ac:spMk id="4" creationId="{7FFFD9DC-BB35-1684-AE35-4C7A58E22309}"/>
          </ac:spMkLst>
        </pc:spChg>
      </pc:sldChg>
      <pc:sldChg chg="addSp delSp modSp new del mod">
        <pc:chgData name="Prasoon Kumar" userId="694e7a6c422b260b" providerId="LiveId" clId="{CE2C36F3-8CE8-484D-8A8F-88E22B13E177}" dt="2026-09-24T18:54:42.524" v="221" actId="2696"/>
        <pc:sldMkLst>
          <pc:docMk/>
          <pc:sldMk cId="4142161466" sldId="270"/>
        </pc:sldMkLst>
        <pc:spChg chg="del">
          <ac:chgData name="Prasoon Kumar" userId="694e7a6c422b260b" providerId="LiveId" clId="{CE2C36F3-8CE8-484D-8A8F-88E22B13E177}" dt="2026-09-24T18:51:49.240" v="212" actId="21"/>
          <ac:spMkLst>
            <pc:docMk/>
            <pc:sldMk cId="4142161466" sldId="270"/>
            <ac:spMk id="2" creationId="{F96E3824-B26D-8156-AFD9-444DD08EF522}"/>
          </ac:spMkLst>
        </pc:spChg>
        <pc:spChg chg="del">
          <ac:chgData name="Prasoon Kumar" userId="694e7a6c422b260b" providerId="LiveId" clId="{CE2C36F3-8CE8-484D-8A8F-88E22B13E177}" dt="2026-09-24T18:51:51.851" v="213" actId="21"/>
          <ac:spMkLst>
            <pc:docMk/>
            <pc:sldMk cId="4142161466" sldId="270"/>
            <ac:spMk id="3" creationId="{648837EF-59DE-01C3-BCC9-CF28DCC0A766}"/>
          </ac:spMkLst>
        </pc:spChg>
        <pc:spChg chg="add del mod">
          <ac:chgData name="Prasoon Kumar" userId="694e7a6c422b260b" providerId="LiveId" clId="{CE2C36F3-8CE8-484D-8A8F-88E22B13E177}" dt="2026-09-24T18:51:57.021" v="216"/>
          <ac:spMkLst>
            <pc:docMk/>
            <pc:sldMk cId="4142161466" sldId="270"/>
            <ac:spMk id="4" creationId="{5496C196-3289-A0D1-BB3E-31BF39657065}"/>
          </ac:spMkLst>
        </pc:spChg>
        <pc:spChg chg="add del mod">
          <ac:chgData name="Prasoon Kumar" userId="694e7a6c422b260b" providerId="LiveId" clId="{CE2C36F3-8CE8-484D-8A8F-88E22B13E177}" dt="2026-09-24T18:54:39.415" v="220" actId="21"/>
          <ac:spMkLst>
            <pc:docMk/>
            <pc:sldMk cId="4142161466" sldId="270"/>
            <ac:spMk id="5" creationId="{561B4C9F-AAF6-F37C-F786-0208CB78F78A}"/>
          </ac:spMkLst>
        </pc:spChg>
      </pc:sldChg>
      <pc:sldChg chg="addSp delSp modSp new mod">
        <pc:chgData name="Prasoon Kumar" userId="694e7a6c422b260b" providerId="LiveId" clId="{CE2C36F3-8CE8-484D-8A8F-88E22B13E177}" dt="2026-09-24T19:29:16.798" v="373" actId="255"/>
        <pc:sldMkLst>
          <pc:docMk/>
          <pc:sldMk cId="3466891744" sldId="271"/>
        </pc:sldMkLst>
        <pc:spChg chg="mod">
          <ac:chgData name="Prasoon Kumar" userId="694e7a6c422b260b" providerId="LiveId" clId="{CE2C36F3-8CE8-484D-8A8F-88E22B13E177}" dt="2026-09-24T18:59:53.476" v="244" actId="122"/>
          <ac:spMkLst>
            <pc:docMk/>
            <pc:sldMk cId="3466891744" sldId="271"/>
            <ac:spMk id="2" creationId="{835B0B4C-0ECD-EA9D-3346-EF0538090BFD}"/>
          </ac:spMkLst>
        </pc:spChg>
        <pc:spChg chg="del">
          <ac:chgData name="Prasoon Kumar" userId="694e7a6c422b260b" providerId="LiveId" clId="{CE2C36F3-8CE8-484D-8A8F-88E22B13E177}" dt="2026-09-24T18:59:56.627" v="245" actId="21"/>
          <ac:spMkLst>
            <pc:docMk/>
            <pc:sldMk cId="3466891744" sldId="271"/>
            <ac:spMk id="3" creationId="{C14C6A20-16ED-DEF7-09D4-34488189C064}"/>
          </ac:spMkLst>
        </pc:spChg>
        <pc:spChg chg="add mod">
          <ac:chgData name="Prasoon Kumar" userId="694e7a6c422b260b" providerId="LiveId" clId="{CE2C36F3-8CE8-484D-8A8F-88E22B13E177}" dt="2026-09-24T19:29:16.798" v="373" actId="255"/>
          <ac:spMkLst>
            <pc:docMk/>
            <pc:sldMk cId="3466891744" sldId="271"/>
            <ac:spMk id="4" creationId="{E2022874-958E-1956-EE42-C4844E6FBBCA}"/>
          </ac:spMkLst>
        </pc:spChg>
      </pc:sldChg>
      <pc:sldChg chg="delSp modSp new mod">
        <pc:chgData name="Prasoon Kumar" userId="694e7a6c422b260b" providerId="LiveId" clId="{CE2C36F3-8CE8-484D-8A8F-88E22B13E177}" dt="2026-09-24T19:03:04.387" v="274" actId="122"/>
        <pc:sldMkLst>
          <pc:docMk/>
          <pc:sldMk cId="239208708" sldId="272"/>
        </pc:sldMkLst>
        <pc:spChg chg="mod">
          <ac:chgData name="Prasoon Kumar" userId="694e7a6c422b260b" providerId="LiveId" clId="{CE2C36F3-8CE8-484D-8A8F-88E22B13E177}" dt="2026-09-24T19:03:04.387" v="274" actId="122"/>
          <ac:spMkLst>
            <pc:docMk/>
            <pc:sldMk cId="239208708" sldId="272"/>
            <ac:spMk id="2" creationId="{0085EE32-8923-B22C-8C26-16ADD63DE7B3}"/>
          </ac:spMkLst>
        </pc:spChg>
        <pc:spChg chg="del">
          <ac:chgData name="Prasoon Kumar" userId="694e7a6c422b260b" providerId="LiveId" clId="{CE2C36F3-8CE8-484D-8A8F-88E22B13E177}" dt="2026-09-24T19:02:56.256" v="271" actId="21"/>
          <ac:spMkLst>
            <pc:docMk/>
            <pc:sldMk cId="239208708" sldId="272"/>
            <ac:spMk id="3" creationId="{18A63718-18D4-6F7A-96E8-2114A94B8C46}"/>
          </ac:spMkLst>
        </pc:spChg>
      </pc:sldChg>
      <pc:sldChg chg="modSp new mod">
        <pc:chgData name="Prasoon Kumar" userId="694e7a6c422b260b" providerId="LiveId" clId="{CE2C36F3-8CE8-484D-8A8F-88E22B13E177}" dt="2026-09-24T19:18:00.289" v="327" actId="20577"/>
        <pc:sldMkLst>
          <pc:docMk/>
          <pc:sldMk cId="1788859164" sldId="273"/>
        </pc:sldMkLst>
        <pc:spChg chg="mod">
          <ac:chgData name="Prasoon Kumar" userId="694e7a6c422b260b" providerId="LiveId" clId="{CE2C36F3-8CE8-484D-8A8F-88E22B13E177}" dt="2026-09-24T19:14:50.747" v="310" actId="122"/>
          <ac:spMkLst>
            <pc:docMk/>
            <pc:sldMk cId="1788859164" sldId="273"/>
            <ac:spMk id="2" creationId="{25069CE1-154C-5778-BFB7-6E887B05B9E6}"/>
          </ac:spMkLst>
        </pc:spChg>
        <pc:spChg chg="mod">
          <ac:chgData name="Prasoon Kumar" userId="694e7a6c422b260b" providerId="LiveId" clId="{CE2C36F3-8CE8-484D-8A8F-88E22B13E177}" dt="2026-09-24T19:18:00.289" v="327" actId="20577"/>
          <ac:spMkLst>
            <pc:docMk/>
            <pc:sldMk cId="1788859164" sldId="273"/>
            <ac:spMk id="3" creationId="{6485E652-B52C-7EA9-9B7F-3233038531FA}"/>
          </ac:spMkLst>
        </pc:spChg>
      </pc:sldChg>
      <pc:sldChg chg="addSp delSp modSp new mod">
        <pc:chgData name="Prasoon Kumar" userId="694e7a6c422b260b" providerId="LiveId" clId="{CE2C36F3-8CE8-484D-8A8F-88E22B13E177}" dt="2026-09-24T19:58:54.238" v="1039" actId="20577"/>
        <pc:sldMkLst>
          <pc:docMk/>
          <pc:sldMk cId="2092892574" sldId="274"/>
        </pc:sldMkLst>
        <pc:spChg chg="mod">
          <ac:chgData name="Prasoon Kumar" userId="694e7a6c422b260b" providerId="LiveId" clId="{CE2C36F3-8CE8-484D-8A8F-88E22B13E177}" dt="2026-09-24T19:31:43.842" v="393" actId="122"/>
          <ac:spMkLst>
            <pc:docMk/>
            <pc:sldMk cId="2092892574" sldId="274"/>
            <ac:spMk id="2" creationId="{BFE682EB-EB18-72B3-7A03-2DC27EFF5196}"/>
          </ac:spMkLst>
        </pc:spChg>
        <pc:spChg chg="del">
          <ac:chgData name="Prasoon Kumar" userId="694e7a6c422b260b" providerId="LiveId" clId="{CE2C36F3-8CE8-484D-8A8F-88E22B13E177}" dt="2026-09-24T19:31:47.755" v="394" actId="21"/>
          <ac:spMkLst>
            <pc:docMk/>
            <pc:sldMk cId="2092892574" sldId="274"/>
            <ac:spMk id="3" creationId="{27B60D7A-1AEF-1EE4-E68A-E52068E35101}"/>
          </ac:spMkLst>
        </pc:spChg>
        <pc:spChg chg="add del mod">
          <ac:chgData name="Prasoon Kumar" userId="694e7a6c422b260b" providerId="LiveId" clId="{CE2C36F3-8CE8-484D-8A8F-88E22B13E177}" dt="2026-09-24T19:31:53.651" v="396" actId="21"/>
          <ac:spMkLst>
            <pc:docMk/>
            <pc:sldMk cId="2092892574" sldId="274"/>
            <ac:spMk id="4" creationId="{1060C16E-72C0-5C03-062B-FD1898C6F4F7}"/>
          </ac:spMkLst>
        </pc:spChg>
        <pc:graphicFrameChg chg="add del modGraphic">
          <ac:chgData name="Prasoon Kumar" userId="694e7a6c422b260b" providerId="LiveId" clId="{CE2C36F3-8CE8-484D-8A8F-88E22B13E177}" dt="2026-09-24T19:36:16.570" v="552" actId="21"/>
          <ac:graphicFrameMkLst>
            <pc:docMk/>
            <pc:sldMk cId="2092892574" sldId="274"/>
            <ac:graphicFrameMk id="5" creationId="{B93A4BD1-D401-62D1-7F8E-5F4EA508C031}"/>
          </ac:graphicFrameMkLst>
        </pc:graphicFrameChg>
        <pc:graphicFrameChg chg="add del mod modGraphic">
          <ac:chgData name="Prasoon Kumar" userId="694e7a6c422b260b" providerId="LiveId" clId="{CE2C36F3-8CE8-484D-8A8F-88E22B13E177}" dt="2026-09-24T19:36:13.994" v="551" actId="21"/>
          <ac:graphicFrameMkLst>
            <pc:docMk/>
            <pc:sldMk cId="2092892574" sldId="274"/>
            <ac:graphicFrameMk id="6" creationId="{571C9C3C-41BA-41CF-5566-850A7DC098F5}"/>
          </ac:graphicFrameMkLst>
        </pc:graphicFrameChg>
        <pc:graphicFrameChg chg="add del modGraphic">
          <ac:chgData name="Prasoon Kumar" userId="694e7a6c422b260b" providerId="LiveId" clId="{CE2C36F3-8CE8-484D-8A8F-88E22B13E177}" dt="2026-09-24T19:39:00.778" v="603" actId="21"/>
          <ac:graphicFrameMkLst>
            <pc:docMk/>
            <pc:sldMk cId="2092892574" sldId="274"/>
            <ac:graphicFrameMk id="7" creationId="{56B0BD8A-0F72-3522-4B84-80104934F72A}"/>
          </ac:graphicFrameMkLst>
        </pc:graphicFrameChg>
        <pc:graphicFrameChg chg="add modGraphic">
          <ac:chgData name="Prasoon Kumar" userId="694e7a6c422b260b" providerId="LiveId" clId="{CE2C36F3-8CE8-484D-8A8F-88E22B13E177}" dt="2026-09-24T19:58:54.238" v="1039" actId="20577"/>
          <ac:graphicFrameMkLst>
            <pc:docMk/>
            <pc:sldMk cId="2092892574" sldId="274"/>
            <ac:graphicFrameMk id="8" creationId="{DD1B7FCE-DE2F-D15F-030F-41168DA545EA}"/>
          </ac:graphicFrameMkLst>
        </pc:graphicFrameChg>
      </pc:sldChg>
      <pc:sldMasterChg chg="modSldLayout">
        <pc:chgData name="Prasoon Kumar" userId="694e7a6c422b260b" providerId="LiveId" clId="{CE2C36F3-8CE8-484D-8A8F-88E22B13E177}" dt="2026-09-24T19:47:20.025" v="709" actId="20577"/>
        <pc:sldMasterMkLst>
          <pc:docMk/>
          <pc:sldMasterMk cId="2015483418" sldId="2147483648"/>
        </pc:sldMasterMkLst>
        <pc:sldLayoutChg chg="modSp mod">
          <pc:chgData name="Prasoon Kumar" userId="694e7a6c422b260b" providerId="LiveId" clId="{CE2C36F3-8CE8-484D-8A8F-88E22B13E177}" dt="2026-09-24T19:46:49.345" v="699" actId="20577"/>
          <pc:sldLayoutMkLst>
            <pc:docMk/>
            <pc:sldMasterMk cId="2015483418" sldId="2147483648"/>
            <pc:sldLayoutMk cId="1112453796" sldId="2147483650"/>
          </pc:sldLayoutMkLst>
          <pc:spChg chg="mod">
            <ac:chgData name="Prasoon Kumar" userId="694e7a6c422b260b" providerId="LiveId" clId="{CE2C36F3-8CE8-484D-8A8F-88E22B13E177}" dt="2026-09-24T19:46:49.345" v="699" actId="20577"/>
            <ac:spMkLst>
              <pc:docMk/>
              <pc:sldMasterMk cId="2015483418" sldId="2147483648"/>
              <pc:sldLayoutMk cId="1112453796" sldId="2147483650"/>
              <ac:spMk id="5" creationId="{ADD01574-E55A-C415-6D04-273FC74B4A3F}"/>
            </ac:spMkLst>
          </pc:spChg>
        </pc:sldLayoutChg>
        <pc:sldLayoutChg chg="modSp mod">
          <pc:chgData name="Prasoon Kumar" userId="694e7a6c422b260b" providerId="LiveId" clId="{CE2C36F3-8CE8-484D-8A8F-88E22B13E177}" dt="2026-09-24T19:46:54.071" v="700" actId="20577"/>
          <pc:sldLayoutMkLst>
            <pc:docMk/>
            <pc:sldMasterMk cId="2015483418" sldId="2147483648"/>
            <pc:sldLayoutMk cId="2252271635" sldId="2147483651"/>
          </pc:sldLayoutMkLst>
          <pc:spChg chg="mod">
            <ac:chgData name="Prasoon Kumar" userId="694e7a6c422b260b" providerId="LiveId" clId="{CE2C36F3-8CE8-484D-8A8F-88E22B13E177}" dt="2026-09-24T19:46:54.071" v="700" actId="20577"/>
            <ac:spMkLst>
              <pc:docMk/>
              <pc:sldMasterMk cId="2015483418" sldId="2147483648"/>
              <pc:sldLayoutMk cId="2252271635" sldId="2147483651"/>
              <ac:spMk id="5" creationId="{C2CC475E-F553-2446-9FA7-0D9B2C1E201A}"/>
            </ac:spMkLst>
          </pc:spChg>
        </pc:sldLayoutChg>
        <pc:sldLayoutChg chg="modSp mod">
          <pc:chgData name="Prasoon Kumar" userId="694e7a6c422b260b" providerId="LiveId" clId="{CE2C36F3-8CE8-484D-8A8F-88E22B13E177}" dt="2026-09-24T19:46:56.794" v="701" actId="20577"/>
          <pc:sldLayoutMkLst>
            <pc:docMk/>
            <pc:sldMasterMk cId="2015483418" sldId="2147483648"/>
            <pc:sldLayoutMk cId="1746210229" sldId="2147483652"/>
          </pc:sldLayoutMkLst>
          <pc:spChg chg="mod">
            <ac:chgData name="Prasoon Kumar" userId="694e7a6c422b260b" providerId="LiveId" clId="{CE2C36F3-8CE8-484D-8A8F-88E22B13E177}" dt="2026-09-24T19:46:56.794" v="701" actId="20577"/>
            <ac:spMkLst>
              <pc:docMk/>
              <pc:sldMasterMk cId="2015483418" sldId="2147483648"/>
              <pc:sldLayoutMk cId="1746210229" sldId="2147483652"/>
              <ac:spMk id="6" creationId="{AE4442BE-E4FF-0F8D-97F0-5502260B3994}"/>
            </ac:spMkLst>
          </pc:spChg>
        </pc:sldLayoutChg>
        <pc:sldLayoutChg chg="modSp mod">
          <pc:chgData name="Prasoon Kumar" userId="694e7a6c422b260b" providerId="LiveId" clId="{CE2C36F3-8CE8-484D-8A8F-88E22B13E177}" dt="2026-09-24T19:46:59.891" v="702" actId="20577"/>
          <pc:sldLayoutMkLst>
            <pc:docMk/>
            <pc:sldMasterMk cId="2015483418" sldId="2147483648"/>
            <pc:sldLayoutMk cId="1019211802" sldId="2147483653"/>
          </pc:sldLayoutMkLst>
          <pc:spChg chg="mod">
            <ac:chgData name="Prasoon Kumar" userId="694e7a6c422b260b" providerId="LiveId" clId="{CE2C36F3-8CE8-484D-8A8F-88E22B13E177}" dt="2026-09-24T19:46:59.891" v="702" actId="20577"/>
            <ac:spMkLst>
              <pc:docMk/>
              <pc:sldMasterMk cId="2015483418" sldId="2147483648"/>
              <pc:sldLayoutMk cId="1019211802" sldId="2147483653"/>
              <ac:spMk id="8" creationId="{A700E11F-2CFC-767C-20EA-90B73DEB3769}"/>
            </ac:spMkLst>
          </pc:spChg>
        </pc:sldLayoutChg>
        <pc:sldLayoutChg chg="modSp mod">
          <pc:chgData name="Prasoon Kumar" userId="694e7a6c422b260b" providerId="LiveId" clId="{CE2C36F3-8CE8-484D-8A8F-88E22B13E177}" dt="2026-09-24T19:47:03.306" v="703" actId="20577"/>
          <pc:sldLayoutMkLst>
            <pc:docMk/>
            <pc:sldMasterMk cId="2015483418" sldId="2147483648"/>
            <pc:sldLayoutMk cId="1536506085" sldId="2147483654"/>
          </pc:sldLayoutMkLst>
          <pc:spChg chg="mod">
            <ac:chgData name="Prasoon Kumar" userId="694e7a6c422b260b" providerId="LiveId" clId="{CE2C36F3-8CE8-484D-8A8F-88E22B13E177}" dt="2026-09-24T19:47:03.306" v="703" actId="20577"/>
            <ac:spMkLst>
              <pc:docMk/>
              <pc:sldMasterMk cId="2015483418" sldId="2147483648"/>
              <pc:sldLayoutMk cId="1536506085" sldId="2147483654"/>
              <ac:spMk id="4" creationId="{E1080F89-778A-6564-0B51-55796421F106}"/>
            </ac:spMkLst>
          </pc:spChg>
        </pc:sldLayoutChg>
        <pc:sldLayoutChg chg="modSp mod">
          <pc:chgData name="Prasoon Kumar" userId="694e7a6c422b260b" providerId="LiveId" clId="{CE2C36F3-8CE8-484D-8A8F-88E22B13E177}" dt="2026-09-24T19:47:06.573" v="704" actId="20577"/>
          <pc:sldLayoutMkLst>
            <pc:docMk/>
            <pc:sldMasterMk cId="2015483418" sldId="2147483648"/>
            <pc:sldLayoutMk cId="2059833120" sldId="2147483655"/>
          </pc:sldLayoutMkLst>
          <pc:spChg chg="mod">
            <ac:chgData name="Prasoon Kumar" userId="694e7a6c422b260b" providerId="LiveId" clId="{CE2C36F3-8CE8-484D-8A8F-88E22B13E177}" dt="2026-09-24T19:47:06.573" v="704" actId="20577"/>
            <ac:spMkLst>
              <pc:docMk/>
              <pc:sldMasterMk cId="2015483418" sldId="2147483648"/>
              <pc:sldLayoutMk cId="2059833120" sldId="2147483655"/>
              <ac:spMk id="3" creationId="{5BD2CC98-899E-A0F3-79E0-D1AEE078F977}"/>
            </ac:spMkLst>
          </pc:spChg>
        </pc:sldLayoutChg>
        <pc:sldLayoutChg chg="modSp mod">
          <pc:chgData name="Prasoon Kumar" userId="694e7a6c422b260b" providerId="LiveId" clId="{CE2C36F3-8CE8-484D-8A8F-88E22B13E177}" dt="2026-09-24T19:47:10.980" v="705" actId="20577"/>
          <pc:sldLayoutMkLst>
            <pc:docMk/>
            <pc:sldMasterMk cId="2015483418" sldId="2147483648"/>
            <pc:sldLayoutMk cId="2127887309" sldId="2147483656"/>
          </pc:sldLayoutMkLst>
          <pc:spChg chg="mod">
            <ac:chgData name="Prasoon Kumar" userId="694e7a6c422b260b" providerId="LiveId" clId="{CE2C36F3-8CE8-484D-8A8F-88E22B13E177}" dt="2026-09-24T19:47:10.980" v="705" actId="20577"/>
            <ac:spMkLst>
              <pc:docMk/>
              <pc:sldMasterMk cId="2015483418" sldId="2147483648"/>
              <pc:sldLayoutMk cId="2127887309" sldId="2147483656"/>
              <ac:spMk id="6" creationId="{D5D2BDE8-EEE8-20E4-3378-BBCF83BE5ED5}"/>
            </ac:spMkLst>
          </pc:spChg>
        </pc:sldLayoutChg>
        <pc:sldLayoutChg chg="modSp mod">
          <pc:chgData name="Prasoon Kumar" userId="694e7a6c422b260b" providerId="LiveId" clId="{CE2C36F3-8CE8-484D-8A8F-88E22B13E177}" dt="2026-09-24T19:47:13.671" v="706" actId="20577"/>
          <pc:sldLayoutMkLst>
            <pc:docMk/>
            <pc:sldMasterMk cId="2015483418" sldId="2147483648"/>
            <pc:sldLayoutMk cId="1296158474" sldId="2147483657"/>
          </pc:sldLayoutMkLst>
          <pc:spChg chg="mod">
            <ac:chgData name="Prasoon Kumar" userId="694e7a6c422b260b" providerId="LiveId" clId="{CE2C36F3-8CE8-484D-8A8F-88E22B13E177}" dt="2026-09-24T19:47:13.671" v="706" actId="20577"/>
            <ac:spMkLst>
              <pc:docMk/>
              <pc:sldMasterMk cId="2015483418" sldId="2147483648"/>
              <pc:sldLayoutMk cId="1296158474" sldId="2147483657"/>
              <ac:spMk id="6" creationId="{619E4C4F-842B-3C34-D8CF-E002FDCB87FB}"/>
            </ac:spMkLst>
          </pc:spChg>
        </pc:sldLayoutChg>
        <pc:sldLayoutChg chg="modSp mod">
          <pc:chgData name="Prasoon Kumar" userId="694e7a6c422b260b" providerId="LiveId" clId="{CE2C36F3-8CE8-484D-8A8F-88E22B13E177}" dt="2026-09-24T19:47:15.876" v="707" actId="20577"/>
          <pc:sldLayoutMkLst>
            <pc:docMk/>
            <pc:sldMasterMk cId="2015483418" sldId="2147483648"/>
            <pc:sldLayoutMk cId="366508475" sldId="2147483658"/>
          </pc:sldLayoutMkLst>
          <pc:spChg chg="mod">
            <ac:chgData name="Prasoon Kumar" userId="694e7a6c422b260b" providerId="LiveId" clId="{CE2C36F3-8CE8-484D-8A8F-88E22B13E177}" dt="2026-09-24T19:47:15.876" v="707" actId="20577"/>
            <ac:spMkLst>
              <pc:docMk/>
              <pc:sldMasterMk cId="2015483418" sldId="2147483648"/>
              <pc:sldLayoutMk cId="366508475" sldId="2147483658"/>
              <ac:spMk id="5" creationId="{D6233ECB-D32F-8177-4C9C-7F98BB18E845}"/>
            </ac:spMkLst>
          </pc:spChg>
        </pc:sldLayoutChg>
        <pc:sldLayoutChg chg="modSp mod">
          <pc:chgData name="Prasoon Kumar" userId="694e7a6c422b260b" providerId="LiveId" clId="{CE2C36F3-8CE8-484D-8A8F-88E22B13E177}" dt="2026-09-24T19:47:20.025" v="709" actId="20577"/>
          <pc:sldLayoutMkLst>
            <pc:docMk/>
            <pc:sldMasterMk cId="2015483418" sldId="2147483648"/>
            <pc:sldLayoutMk cId="2837359409" sldId="2147483659"/>
          </pc:sldLayoutMkLst>
          <pc:spChg chg="mod">
            <ac:chgData name="Prasoon Kumar" userId="694e7a6c422b260b" providerId="LiveId" clId="{CE2C36F3-8CE8-484D-8A8F-88E22B13E177}" dt="2026-09-24T19:47:20.025" v="709" actId="20577"/>
            <ac:spMkLst>
              <pc:docMk/>
              <pc:sldMasterMk cId="2015483418" sldId="2147483648"/>
              <pc:sldLayoutMk cId="2837359409" sldId="2147483659"/>
              <ac:spMk id="5" creationId="{744CB522-3843-D863-41FA-B983577D1313}"/>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64CEEE-451C-4EE3-9BA1-FA1D6D939466}"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D6D8E-B629-4E94-9CF6-175EFDB08C92}" type="slidenum">
              <a:rPr lang="en-US" smtClean="0"/>
              <a:t>‹#›</a:t>
            </a:fld>
            <a:endParaRPr lang="en-US"/>
          </a:p>
        </p:txBody>
      </p:sp>
    </p:spTree>
    <p:extLst>
      <p:ext uri="{BB962C8B-B14F-4D97-AF65-F5344CB8AC3E}">
        <p14:creationId xmlns:p14="http://schemas.microsoft.com/office/powerpoint/2010/main" val="1582015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035BC-390E-D035-550C-B2B3E0B295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5ACCE1-BEBD-4E58-9887-6D3FD6CC4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A60B4B-4473-B23B-61B5-2AE535CE68CD}"/>
              </a:ext>
            </a:extLst>
          </p:cNvPr>
          <p:cNvSpPr>
            <a:spLocks noGrp="1"/>
          </p:cNvSpPr>
          <p:nvPr>
            <p:ph type="dt" sz="half" idx="10"/>
          </p:nvPr>
        </p:nvSpPr>
        <p:spPr/>
        <p:txBody>
          <a:bodyPr/>
          <a:lstStyle/>
          <a:p>
            <a:fld id="{46FD6F74-C10E-4B9A-ABE4-9E25CEE0209F}" type="datetime1">
              <a:rPr lang="en-US" smtClean="0"/>
              <a:t>9/25/2026</a:t>
            </a:fld>
            <a:endParaRPr lang="en-US"/>
          </a:p>
        </p:txBody>
      </p:sp>
      <p:sp>
        <p:nvSpPr>
          <p:cNvPr id="5" name="Footer Placeholder 4">
            <a:extLst>
              <a:ext uri="{FF2B5EF4-FFF2-40B4-BE49-F238E27FC236}">
                <a16:creationId xmlns:a16="http://schemas.microsoft.com/office/drawing/2014/main" id="{FCFF6457-5409-8597-320F-4539143EE6A7}"/>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D1C44897-4DCF-B966-2637-734902A23955}"/>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987379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0B5AC-47E0-5B56-1D19-D3D162DB2F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C3A0D5-331A-CC92-2319-DD72693A93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1A4D5C-CD46-C79E-7FB3-940C43A36B19}"/>
              </a:ext>
            </a:extLst>
          </p:cNvPr>
          <p:cNvSpPr>
            <a:spLocks noGrp="1"/>
          </p:cNvSpPr>
          <p:nvPr>
            <p:ph type="dt" sz="half" idx="10"/>
          </p:nvPr>
        </p:nvSpPr>
        <p:spPr/>
        <p:txBody>
          <a:bodyPr/>
          <a:lstStyle/>
          <a:p>
            <a:fld id="{D961479F-D403-41DF-A13D-C4A2497D9ECA}" type="datetime1">
              <a:rPr lang="en-US" smtClean="0"/>
              <a:t>9/25/2026</a:t>
            </a:fld>
            <a:endParaRPr lang="en-US"/>
          </a:p>
        </p:txBody>
      </p:sp>
      <p:sp>
        <p:nvSpPr>
          <p:cNvPr id="5" name="Footer Placeholder 4">
            <a:extLst>
              <a:ext uri="{FF2B5EF4-FFF2-40B4-BE49-F238E27FC236}">
                <a16:creationId xmlns:a16="http://schemas.microsoft.com/office/drawing/2014/main" id="{ADD01574-E55A-C415-6D04-273FC74B4A3F}"/>
              </a:ext>
            </a:extLst>
          </p:cNvPr>
          <p:cNvSpPr>
            <a:spLocks noGrp="1"/>
          </p:cNvSpPr>
          <p:nvPr>
            <p:ph type="ftr" sz="quarter" idx="11"/>
          </p:nvPr>
        </p:nvSpPr>
        <p:spPr/>
        <p:txBody>
          <a:bodyPr/>
          <a:lstStyle/>
          <a:p>
            <a:r>
              <a:rPr lang="en-US" dirty="0"/>
              <a:t>1</a:t>
            </a:r>
          </a:p>
        </p:txBody>
      </p:sp>
      <p:sp>
        <p:nvSpPr>
          <p:cNvPr id="6" name="Slide Number Placeholder 5">
            <a:extLst>
              <a:ext uri="{FF2B5EF4-FFF2-40B4-BE49-F238E27FC236}">
                <a16:creationId xmlns:a16="http://schemas.microsoft.com/office/drawing/2014/main" id="{EBB3B8E9-35F8-1DF0-84B7-004C1955DBA2}"/>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112453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5A67-FD5B-34F7-08EF-C8E057B414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D34F36-C6E1-707E-5C89-B2083C7C13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1908FB-E571-9C40-172F-D3479B11A3BA}"/>
              </a:ext>
            </a:extLst>
          </p:cNvPr>
          <p:cNvSpPr>
            <a:spLocks noGrp="1"/>
          </p:cNvSpPr>
          <p:nvPr>
            <p:ph type="dt" sz="half" idx="10"/>
          </p:nvPr>
        </p:nvSpPr>
        <p:spPr/>
        <p:txBody>
          <a:bodyPr/>
          <a:lstStyle/>
          <a:p>
            <a:fld id="{8934D699-6ED6-474C-8EF1-0098AD5A838A}" type="datetime1">
              <a:rPr lang="en-US" smtClean="0"/>
              <a:t>9/25/2026</a:t>
            </a:fld>
            <a:endParaRPr lang="en-US"/>
          </a:p>
        </p:txBody>
      </p:sp>
      <p:sp>
        <p:nvSpPr>
          <p:cNvPr id="5" name="Footer Placeholder 4">
            <a:extLst>
              <a:ext uri="{FF2B5EF4-FFF2-40B4-BE49-F238E27FC236}">
                <a16:creationId xmlns:a16="http://schemas.microsoft.com/office/drawing/2014/main" id="{C2CC475E-F553-2446-9FA7-0D9B2C1E201A}"/>
              </a:ext>
            </a:extLst>
          </p:cNvPr>
          <p:cNvSpPr>
            <a:spLocks noGrp="1"/>
          </p:cNvSpPr>
          <p:nvPr>
            <p:ph type="ftr" sz="quarter" idx="11"/>
          </p:nvPr>
        </p:nvSpPr>
        <p:spPr/>
        <p:txBody>
          <a:bodyPr/>
          <a:lstStyle/>
          <a:p>
            <a:r>
              <a:rPr lang="en-US"/>
              <a:t>1</a:t>
            </a:r>
            <a:endParaRPr lang="en-US" dirty="0"/>
          </a:p>
        </p:txBody>
      </p:sp>
      <p:sp>
        <p:nvSpPr>
          <p:cNvPr id="6" name="Slide Number Placeholder 5">
            <a:extLst>
              <a:ext uri="{FF2B5EF4-FFF2-40B4-BE49-F238E27FC236}">
                <a16:creationId xmlns:a16="http://schemas.microsoft.com/office/drawing/2014/main" id="{7F105074-091D-6524-FAB7-B0504B2CDF6B}"/>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2252271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ECFD-C6A7-EB9A-AD2D-05628379D6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096A2-1FC0-F3C0-F35B-A2178591ED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F1DC31-F992-0A5C-5170-61359127EE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A5D651-E062-8A3E-83A0-4E7B87999D69}"/>
              </a:ext>
            </a:extLst>
          </p:cNvPr>
          <p:cNvSpPr>
            <a:spLocks noGrp="1"/>
          </p:cNvSpPr>
          <p:nvPr>
            <p:ph type="dt" sz="half" idx="10"/>
          </p:nvPr>
        </p:nvSpPr>
        <p:spPr/>
        <p:txBody>
          <a:bodyPr/>
          <a:lstStyle/>
          <a:p>
            <a:fld id="{96A21023-CC0C-4CCB-8DFA-223849D65CA1}" type="datetime1">
              <a:rPr lang="en-US" smtClean="0"/>
              <a:t>9/25/2026</a:t>
            </a:fld>
            <a:endParaRPr lang="en-US"/>
          </a:p>
        </p:txBody>
      </p:sp>
      <p:sp>
        <p:nvSpPr>
          <p:cNvPr id="6" name="Footer Placeholder 5">
            <a:extLst>
              <a:ext uri="{FF2B5EF4-FFF2-40B4-BE49-F238E27FC236}">
                <a16:creationId xmlns:a16="http://schemas.microsoft.com/office/drawing/2014/main" id="{AE4442BE-E4FF-0F8D-97F0-5502260B3994}"/>
              </a:ext>
            </a:extLst>
          </p:cNvPr>
          <p:cNvSpPr>
            <a:spLocks noGrp="1"/>
          </p:cNvSpPr>
          <p:nvPr>
            <p:ph type="ftr" sz="quarter" idx="11"/>
          </p:nvPr>
        </p:nvSpPr>
        <p:spPr/>
        <p:txBody>
          <a:bodyPr/>
          <a:lstStyle/>
          <a:p>
            <a:r>
              <a:rPr lang="en-US"/>
              <a:t>1</a:t>
            </a:r>
            <a:endParaRPr lang="en-US" dirty="0"/>
          </a:p>
        </p:txBody>
      </p:sp>
      <p:sp>
        <p:nvSpPr>
          <p:cNvPr id="7" name="Slide Number Placeholder 6">
            <a:extLst>
              <a:ext uri="{FF2B5EF4-FFF2-40B4-BE49-F238E27FC236}">
                <a16:creationId xmlns:a16="http://schemas.microsoft.com/office/drawing/2014/main" id="{93F63BB5-1940-B4E5-4CC5-6FAE78CD0905}"/>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746210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474FC-1138-3DE0-EF78-BF60436EEE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2EB33-EFE6-D9D2-A183-1A16507BB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ECBF07-3948-54ED-AB51-3283ABA343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6655EE-09B0-356B-1550-E9A345A272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1C0DD7-F43A-3CC8-AA38-61CC07A7AC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A4E699-BFFE-E23E-BA3D-E44AE120140A}"/>
              </a:ext>
            </a:extLst>
          </p:cNvPr>
          <p:cNvSpPr>
            <a:spLocks noGrp="1"/>
          </p:cNvSpPr>
          <p:nvPr>
            <p:ph type="dt" sz="half" idx="10"/>
          </p:nvPr>
        </p:nvSpPr>
        <p:spPr/>
        <p:txBody>
          <a:bodyPr/>
          <a:lstStyle/>
          <a:p>
            <a:fld id="{AEA8D9E9-1876-4D99-9099-498D80657BE0}" type="datetime1">
              <a:rPr lang="en-US" smtClean="0"/>
              <a:t>9/25/2026</a:t>
            </a:fld>
            <a:endParaRPr lang="en-US"/>
          </a:p>
        </p:txBody>
      </p:sp>
      <p:sp>
        <p:nvSpPr>
          <p:cNvPr id="8" name="Footer Placeholder 7">
            <a:extLst>
              <a:ext uri="{FF2B5EF4-FFF2-40B4-BE49-F238E27FC236}">
                <a16:creationId xmlns:a16="http://schemas.microsoft.com/office/drawing/2014/main" id="{A700E11F-2CFC-767C-20EA-90B73DEB3769}"/>
              </a:ext>
            </a:extLst>
          </p:cNvPr>
          <p:cNvSpPr>
            <a:spLocks noGrp="1"/>
          </p:cNvSpPr>
          <p:nvPr>
            <p:ph type="ftr" sz="quarter" idx="11"/>
          </p:nvPr>
        </p:nvSpPr>
        <p:spPr/>
        <p:txBody>
          <a:bodyPr/>
          <a:lstStyle/>
          <a:p>
            <a:r>
              <a:rPr lang="en-US"/>
              <a:t>1</a:t>
            </a:r>
            <a:endParaRPr lang="en-US" dirty="0"/>
          </a:p>
        </p:txBody>
      </p:sp>
      <p:sp>
        <p:nvSpPr>
          <p:cNvPr id="9" name="Slide Number Placeholder 8">
            <a:extLst>
              <a:ext uri="{FF2B5EF4-FFF2-40B4-BE49-F238E27FC236}">
                <a16:creationId xmlns:a16="http://schemas.microsoft.com/office/drawing/2014/main" id="{10F92ECD-D0E5-BE6B-E628-8DC27BA215B0}"/>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019211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7998-CBB8-A0CC-3C47-09D5639BF0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87239C-46F5-2AD9-5AD3-9288E3B078EF}"/>
              </a:ext>
            </a:extLst>
          </p:cNvPr>
          <p:cNvSpPr>
            <a:spLocks noGrp="1"/>
          </p:cNvSpPr>
          <p:nvPr>
            <p:ph type="dt" sz="half" idx="10"/>
          </p:nvPr>
        </p:nvSpPr>
        <p:spPr/>
        <p:txBody>
          <a:bodyPr/>
          <a:lstStyle/>
          <a:p>
            <a:fld id="{45657B14-237F-4534-8669-E65034516912}" type="datetime1">
              <a:rPr lang="en-US" smtClean="0"/>
              <a:t>9/25/2026</a:t>
            </a:fld>
            <a:endParaRPr lang="en-US"/>
          </a:p>
        </p:txBody>
      </p:sp>
      <p:sp>
        <p:nvSpPr>
          <p:cNvPr id="4" name="Footer Placeholder 3">
            <a:extLst>
              <a:ext uri="{FF2B5EF4-FFF2-40B4-BE49-F238E27FC236}">
                <a16:creationId xmlns:a16="http://schemas.microsoft.com/office/drawing/2014/main" id="{E1080F89-778A-6564-0B51-55796421F106}"/>
              </a:ext>
            </a:extLst>
          </p:cNvPr>
          <p:cNvSpPr>
            <a:spLocks noGrp="1"/>
          </p:cNvSpPr>
          <p:nvPr>
            <p:ph type="ftr" sz="quarter" idx="11"/>
          </p:nvPr>
        </p:nvSpPr>
        <p:spPr/>
        <p:txBody>
          <a:bodyPr/>
          <a:lstStyle/>
          <a:p>
            <a:r>
              <a:rPr lang="en-US"/>
              <a:t>1</a:t>
            </a:r>
            <a:endParaRPr lang="en-US" dirty="0"/>
          </a:p>
        </p:txBody>
      </p:sp>
      <p:sp>
        <p:nvSpPr>
          <p:cNvPr id="5" name="Slide Number Placeholder 4">
            <a:extLst>
              <a:ext uri="{FF2B5EF4-FFF2-40B4-BE49-F238E27FC236}">
                <a16:creationId xmlns:a16="http://schemas.microsoft.com/office/drawing/2014/main" id="{23EF9FCC-76E7-8B77-4C54-9746CF2E6EFE}"/>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536506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CEB310-8F35-D3DC-6078-DC00A420D286}"/>
              </a:ext>
            </a:extLst>
          </p:cNvPr>
          <p:cNvSpPr>
            <a:spLocks noGrp="1"/>
          </p:cNvSpPr>
          <p:nvPr>
            <p:ph type="dt" sz="half" idx="10"/>
          </p:nvPr>
        </p:nvSpPr>
        <p:spPr/>
        <p:txBody>
          <a:bodyPr/>
          <a:lstStyle/>
          <a:p>
            <a:fld id="{BE4DB08A-A61B-423F-88F1-5895F98D4025}" type="datetime1">
              <a:rPr lang="en-US" smtClean="0"/>
              <a:t>9/25/2026</a:t>
            </a:fld>
            <a:endParaRPr lang="en-US"/>
          </a:p>
        </p:txBody>
      </p:sp>
      <p:sp>
        <p:nvSpPr>
          <p:cNvPr id="3" name="Footer Placeholder 2">
            <a:extLst>
              <a:ext uri="{FF2B5EF4-FFF2-40B4-BE49-F238E27FC236}">
                <a16:creationId xmlns:a16="http://schemas.microsoft.com/office/drawing/2014/main" id="{5BD2CC98-899E-A0F3-79E0-D1AEE078F977}"/>
              </a:ext>
            </a:extLst>
          </p:cNvPr>
          <p:cNvSpPr>
            <a:spLocks noGrp="1"/>
          </p:cNvSpPr>
          <p:nvPr>
            <p:ph type="ftr" sz="quarter" idx="11"/>
          </p:nvPr>
        </p:nvSpPr>
        <p:spPr/>
        <p:txBody>
          <a:bodyPr/>
          <a:lstStyle/>
          <a:p>
            <a:r>
              <a:rPr lang="en-US"/>
              <a:t>1</a:t>
            </a:r>
            <a:endParaRPr lang="en-US" dirty="0"/>
          </a:p>
        </p:txBody>
      </p:sp>
      <p:sp>
        <p:nvSpPr>
          <p:cNvPr id="4" name="Slide Number Placeholder 3">
            <a:extLst>
              <a:ext uri="{FF2B5EF4-FFF2-40B4-BE49-F238E27FC236}">
                <a16:creationId xmlns:a16="http://schemas.microsoft.com/office/drawing/2014/main" id="{8DDA07A6-4079-BDB8-B1A2-F053760F5EA3}"/>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2059833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B3D2-861B-129E-A13D-2608A729C2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8DA5F2-90F2-2B19-3593-489BA87B41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C73A98-F7ED-52D1-4051-4A000FF33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013EA3-8F55-2F33-88BA-977846778AE2}"/>
              </a:ext>
            </a:extLst>
          </p:cNvPr>
          <p:cNvSpPr>
            <a:spLocks noGrp="1"/>
          </p:cNvSpPr>
          <p:nvPr>
            <p:ph type="dt" sz="half" idx="10"/>
          </p:nvPr>
        </p:nvSpPr>
        <p:spPr/>
        <p:txBody>
          <a:bodyPr/>
          <a:lstStyle/>
          <a:p>
            <a:fld id="{1EC0C911-DCD4-4080-8B66-16E4911944CB}" type="datetime1">
              <a:rPr lang="en-US" smtClean="0"/>
              <a:t>9/25/2026</a:t>
            </a:fld>
            <a:endParaRPr lang="en-US"/>
          </a:p>
        </p:txBody>
      </p:sp>
      <p:sp>
        <p:nvSpPr>
          <p:cNvPr id="6" name="Footer Placeholder 5">
            <a:extLst>
              <a:ext uri="{FF2B5EF4-FFF2-40B4-BE49-F238E27FC236}">
                <a16:creationId xmlns:a16="http://schemas.microsoft.com/office/drawing/2014/main" id="{D5D2BDE8-EEE8-20E4-3378-BBCF83BE5ED5}"/>
              </a:ext>
            </a:extLst>
          </p:cNvPr>
          <p:cNvSpPr>
            <a:spLocks noGrp="1"/>
          </p:cNvSpPr>
          <p:nvPr>
            <p:ph type="ftr" sz="quarter" idx="11"/>
          </p:nvPr>
        </p:nvSpPr>
        <p:spPr/>
        <p:txBody>
          <a:bodyPr/>
          <a:lstStyle/>
          <a:p>
            <a:r>
              <a:rPr lang="en-US"/>
              <a:t>1</a:t>
            </a:r>
            <a:endParaRPr lang="en-US" dirty="0"/>
          </a:p>
        </p:txBody>
      </p:sp>
      <p:sp>
        <p:nvSpPr>
          <p:cNvPr id="7" name="Slide Number Placeholder 6">
            <a:extLst>
              <a:ext uri="{FF2B5EF4-FFF2-40B4-BE49-F238E27FC236}">
                <a16:creationId xmlns:a16="http://schemas.microsoft.com/office/drawing/2014/main" id="{8383D96E-03B1-6DE5-0CAA-2E72E604088E}"/>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2127887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DF82-DE5E-3898-1879-06AF50C5A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E23807-E55C-E171-3751-3E93AD5828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052B0E-A137-1507-6FBF-B76076422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B592F-E20C-048A-C7D6-CB0F5C0AD030}"/>
              </a:ext>
            </a:extLst>
          </p:cNvPr>
          <p:cNvSpPr>
            <a:spLocks noGrp="1"/>
          </p:cNvSpPr>
          <p:nvPr>
            <p:ph type="dt" sz="half" idx="10"/>
          </p:nvPr>
        </p:nvSpPr>
        <p:spPr/>
        <p:txBody>
          <a:bodyPr/>
          <a:lstStyle/>
          <a:p>
            <a:fld id="{922DE083-EDAE-4947-AD0D-145C036301AC}" type="datetime1">
              <a:rPr lang="en-US" smtClean="0"/>
              <a:t>9/25/2026</a:t>
            </a:fld>
            <a:endParaRPr lang="en-US"/>
          </a:p>
        </p:txBody>
      </p:sp>
      <p:sp>
        <p:nvSpPr>
          <p:cNvPr id="6" name="Footer Placeholder 5">
            <a:extLst>
              <a:ext uri="{FF2B5EF4-FFF2-40B4-BE49-F238E27FC236}">
                <a16:creationId xmlns:a16="http://schemas.microsoft.com/office/drawing/2014/main" id="{619E4C4F-842B-3C34-D8CF-E002FDCB87FB}"/>
              </a:ext>
            </a:extLst>
          </p:cNvPr>
          <p:cNvSpPr>
            <a:spLocks noGrp="1"/>
          </p:cNvSpPr>
          <p:nvPr>
            <p:ph type="ftr" sz="quarter" idx="11"/>
          </p:nvPr>
        </p:nvSpPr>
        <p:spPr/>
        <p:txBody>
          <a:bodyPr/>
          <a:lstStyle/>
          <a:p>
            <a:r>
              <a:rPr lang="en-US"/>
              <a:t>1</a:t>
            </a:r>
            <a:endParaRPr lang="en-US" dirty="0"/>
          </a:p>
        </p:txBody>
      </p:sp>
      <p:sp>
        <p:nvSpPr>
          <p:cNvPr id="7" name="Slide Number Placeholder 6">
            <a:extLst>
              <a:ext uri="{FF2B5EF4-FFF2-40B4-BE49-F238E27FC236}">
                <a16:creationId xmlns:a16="http://schemas.microsoft.com/office/drawing/2014/main" id="{E72D6326-331C-AEEB-AA57-55143544B688}"/>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129615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71BE9-23B5-AC03-DF69-B4221CD15F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6BB1FF-BF53-2F2D-0FFE-A79421C085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1DD84A-D06A-5B91-CC6A-C4A75A1C79B0}"/>
              </a:ext>
            </a:extLst>
          </p:cNvPr>
          <p:cNvSpPr>
            <a:spLocks noGrp="1"/>
          </p:cNvSpPr>
          <p:nvPr>
            <p:ph type="dt" sz="half" idx="10"/>
          </p:nvPr>
        </p:nvSpPr>
        <p:spPr/>
        <p:txBody>
          <a:bodyPr/>
          <a:lstStyle/>
          <a:p>
            <a:fld id="{73DFE281-3E4C-4A1B-BA00-A89CB4EA4470}" type="datetime1">
              <a:rPr lang="en-US" smtClean="0"/>
              <a:t>9/25/2026</a:t>
            </a:fld>
            <a:endParaRPr lang="en-US"/>
          </a:p>
        </p:txBody>
      </p:sp>
      <p:sp>
        <p:nvSpPr>
          <p:cNvPr id="5" name="Footer Placeholder 4">
            <a:extLst>
              <a:ext uri="{FF2B5EF4-FFF2-40B4-BE49-F238E27FC236}">
                <a16:creationId xmlns:a16="http://schemas.microsoft.com/office/drawing/2014/main" id="{D6233ECB-D32F-8177-4C9C-7F98BB18E845}"/>
              </a:ext>
            </a:extLst>
          </p:cNvPr>
          <p:cNvSpPr>
            <a:spLocks noGrp="1"/>
          </p:cNvSpPr>
          <p:nvPr>
            <p:ph type="ftr" sz="quarter" idx="11"/>
          </p:nvPr>
        </p:nvSpPr>
        <p:spPr/>
        <p:txBody>
          <a:bodyPr/>
          <a:lstStyle/>
          <a:p>
            <a:r>
              <a:rPr lang="en-US"/>
              <a:t>1</a:t>
            </a:r>
            <a:endParaRPr lang="en-US" dirty="0"/>
          </a:p>
        </p:txBody>
      </p:sp>
      <p:sp>
        <p:nvSpPr>
          <p:cNvPr id="6" name="Slide Number Placeholder 5">
            <a:extLst>
              <a:ext uri="{FF2B5EF4-FFF2-40B4-BE49-F238E27FC236}">
                <a16:creationId xmlns:a16="http://schemas.microsoft.com/office/drawing/2014/main" id="{E7FC19B3-69C0-BE72-ACA7-C4BE8C6125D8}"/>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36650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B73C82-F362-20F1-225A-E81BF07A46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8BC92E-475E-8EA8-0781-0DD9459A52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872ACF-060D-B6BE-601A-CA529D1AC0A6}"/>
              </a:ext>
            </a:extLst>
          </p:cNvPr>
          <p:cNvSpPr>
            <a:spLocks noGrp="1"/>
          </p:cNvSpPr>
          <p:nvPr>
            <p:ph type="dt" sz="half" idx="10"/>
          </p:nvPr>
        </p:nvSpPr>
        <p:spPr/>
        <p:txBody>
          <a:bodyPr/>
          <a:lstStyle/>
          <a:p>
            <a:fld id="{CD61CA81-C099-4791-90BF-A3E7ED7E37E8}" type="datetime1">
              <a:rPr lang="en-US" smtClean="0"/>
              <a:t>9/25/2026</a:t>
            </a:fld>
            <a:endParaRPr lang="en-US"/>
          </a:p>
        </p:txBody>
      </p:sp>
      <p:sp>
        <p:nvSpPr>
          <p:cNvPr id="5" name="Footer Placeholder 4">
            <a:extLst>
              <a:ext uri="{FF2B5EF4-FFF2-40B4-BE49-F238E27FC236}">
                <a16:creationId xmlns:a16="http://schemas.microsoft.com/office/drawing/2014/main" id="{744CB522-3843-D863-41FA-B983577D1313}"/>
              </a:ext>
            </a:extLst>
          </p:cNvPr>
          <p:cNvSpPr>
            <a:spLocks noGrp="1"/>
          </p:cNvSpPr>
          <p:nvPr>
            <p:ph type="ftr" sz="quarter" idx="11"/>
          </p:nvPr>
        </p:nvSpPr>
        <p:spPr/>
        <p:txBody>
          <a:bodyPr/>
          <a:lstStyle/>
          <a:p>
            <a:r>
              <a:rPr lang="en-US"/>
              <a:t>1</a:t>
            </a:r>
            <a:endParaRPr lang="en-US" dirty="0"/>
          </a:p>
        </p:txBody>
      </p:sp>
      <p:sp>
        <p:nvSpPr>
          <p:cNvPr id="6" name="Slide Number Placeholder 5">
            <a:extLst>
              <a:ext uri="{FF2B5EF4-FFF2-40B4-BE49-F238E27FC236}">
                <a16:creationId xmlns:a16="http://schemas.microsoft.com/office/drawing/2014/main" id="{616D0851-5FE1-64D2-DA20-F62BE6418498}"/>
              </a:ext>
            </a:extLst>
          </p:cNvPr>
          <p:cNvSpPr>
            <a:spLocks noGrp="1"/>
          </p:cNvSpPr>
          <p:nvPr>
            <p:ph type="sldNum" sz="quarter" idx="12"/>
          </p:nvPr>
        </p:nvSpPr>
        <p:spPr/>
        <p:txBody>
          <a:bodyPr/>
          <a:lstStyle/>
          <a:p>
            <a:fld id="{E8544464-6882-4959-B704-4CAF944CB379}" type="slidenum">
              <a:rPr lang="en-US" smtClean="0"/>
              <a:t>‹#›</a:t>
            </a:fld>
            <a:endParaRPr lang="en-US"/>
          </a:p>
        </p:txBody>
      </p:sp>
    </p:spTree>
    <p:extLst>
      <p:ext uri="{BB962C8B-B14F-4D97-AF65-F5344CB8AC3E}">
        <p14:creationId xmlns:p14="http://schemas.microsoft.com/office/powerpoint/2010/main" val="2837359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D95F8E-FB8A-9316-B092-C149A35945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2FB0FD-5368-79BB-A920-2259BE60D5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63BB35-3AF2-1C42-C5D4-B67278E93B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C8B562-1B6B-4066-8A2C-C8C5566343FC}" type="datetime1">
              <a:rPr lang="en-US" smtClean="0"/>
              <a:t>9/25/2026</a:t>
            </a:fld>
            <a:endParaRPr lang="en-US"/>
          </a:p>
        </p:txBody>
      </p:sp>
      <p:sp>
        <p:nvSpPr>
          <p:cNvPr id="5" name="Footer Placeholder 4">
            <a:extLst>
              <a:ext uri="{FF2B5EF4-FFF2-40B4-BE49-F238E27FC236}">
                <a16:creationId xmlns:a16="http://schemas.microsoft.com/office/drawing/2014/main" id="{1BFC0A17-863A-5E37-A25D-D59758A4E6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a:extLst>
              <a:ext uri="{FF2B5EF4-FFF2-40B4-BE49-F238E27FC236}">
                <a16:creationId xmlns:a16="http://schemas.microsoft.com/office/drawing/2014/main" id="{9AFA543A-4279-1ADB-DE54-9EECC32D73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44464-6882-4959-B704-4CAF944CB379}" type="slidenum">
              <a:rPr lang="en-US" smtClean="0"/>
              <a:t>‹#›</a:t>
            </a:fld>
            <a:endParaRPr lang="en-US"/>
          </a:p>
        </p:txBody>
      </p:sp>
    </p:spTree>
    <p:extLst>
      <p:ext uri="{BB962C8B-B14F-4D97-AF65-F5344CB8AC3E}">
        <p14:creationId xmlns:p14="http://schemas.microsoft.com/office/powerpoint/2010/main" val="2015483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8E800-5A5A-465F-866C-CBCEA3A89568}"/>
              </a:ext>
            </a:extLst>
          </p:cNvPr>
          <p:cNvSpPr>
            <a:spLocks noGrp="1"/>
          </p:cNvSpPr>
          <p:nvPr>
            <p:ph type="ctrTitle"/>
          </p:nvPr>
        </p:nvSpPr>
        <p:spPr>
          <a:xfrm>
            <a:off x="1307592" y="0"/>
            <a:ext cx="9805416" cy="667512"/>
          </a:xfrm>
        </p:spPr>
        <p:txBody>
          <a:bodyPr>
            <a:normAutofit/>
          </a:bodyPr>
          <a:lstStyle/>
          <a:p>
            <a:r>
              <a:rPr lang="en-US" sz="2800" b="1" i="1" dirty="0"/>
              <a:t>Industrial Training Presentation</a:t>
            </a:r>
          </a:p>
        </p:txBody>
      </p:sp>
      <p:sp>
        <p:nvSpPr>
          <p:cNvPr id="3" name="Subtitle 2">
            <a:extLst>
              <a:ext uri="{FF2B5EF4-FFF2-40B4-BE49-F238E27FC236}">
                <a16:creationId xmlns:a16="http://schemas.microsoft.com/office/drawing/2014/main" id="{FD55A86A-6417-E08B-8B4B-79B85C9D4CA7}"/>
              </a:ext>
            </a:extLst>
          </p:cNvPr>
          <p:cNvSpPr>
            <a:spLocks noGrp="1"/>
          </p:cNvSpPr>
          <p:nvPr>
            <p:ph type="subTitle" idx="1"/>
          </p:nvPr>
        </p:nvSpPr>
        <p:spPr>
          <a:xfrm>
            <a:off x="1524000" y="3354062"/>
            <a:ext cx="9144000" cy="2560320"/>
          </a:xfrm>
        </p:spPr>
        <p:txBody>
          <a:bodyPr>
            <a:normAutofit fontScale="77500" lnSpcReduction="20000"/>
          </a:bodyPr>
          <a:lstStyle/>
          <a:p>
            <a:r>
              <a:rPr lang="en-US" sz="2900" dirty="0"/>
              <a:t>Presented by</a:t>
            </a:r>
          </a:p>
          <a:p>
            <a:r>
              <a:rPr lang="en-US" sz="2900" b="1" dirty="0"/>
              <a:t>PRASOON KUMAR</a:t>
            </a:r>
          </a:p>
          <a:p>
            <a:r>
              <a:rPr lang="en-US" sz="2900" dirty="0"/>
              <a:t>Reg. No.: 202400706</a:t>
            </a:r>
          </a:p>
          <a:p>
            <a:r>
              <a:rPr lang="en-US" sz="2900" dirty="0" err="1"/>
              <a:t>B.Tech</a:t>
            </a:r>
            <a:r>
              <a:rPr lang="en-US" sz="2900" dirty="0"/>
              <a:t> — Computer Science and Engineering</a:t>
            </a:r>
          </a:p>
          <a:p>
            <a:r>
              <a:rPr lang="en-US" sz="2900" b="1" dirty="0"/>
              <a:t>Sikkim Manipal Institute of Technology</a:t>
            </a:r>
          </a:p>
          <a:p>
            <a:r>
              <a:rPr lang="en-US" sz="2900" dirty="0"/>
              <a:t>Industrial Training Provider: Udemy</a:t>
            </a:r>
          </a:p>
          <a:p>
            <a:r>
              <a:rPr lang="en-US" sz="2900" dirty="0"/>
              <a:t>Academic Year: 2026</a:t>
            </a:r>
          </a:p>
          <a:p>
            <a:endParaRPr lang="en-US" dirty="0"/>
          </a:p>
        </p:txBody>
      </p:sp>
      <p:pic>
        <p:nvPicPr>
          <p:cNvPr id="7" name="Image 0">
            <a:extLst>
              <a:ext uri="{FF2B5EF4-FFF2-40B4-BE49-F238E27FC236}">
                <a16:creationId xmlns:a16="http://schemas.microsoft.com/office/drawing/2014/main" id="{CA7DD6E4-0E40-3F79-A7BF-FDBA32C992BF}"/>
              </a:ext>
            </a:extLst>
          </p:cNvPr>
          <p:cNvPicPr>
            <a:picLocks noChangeAspect="1"/>
          </p:cNvPicPr>
          <p:nvPr/>
        </p:nvPicPr>
        <p:blipFill>
          <a:blip r:embed="rId2"/>
          <a:stretch>
            <a:fillRect/>
          </a:stretch>
        </p:blipFill>
        <p:spPr>
          <a:xfrm>
            <a:off x="3785217" y="943618"/>
            <a:ext cx="4749582" cy="1078992"/>
          </a:xfrm>
          <a:prstGeom prst="rect">
            <a:avLst/>
          </a:prstGeom>
        </p:spPr>
      </p:pic>
      <p:sp>
        <p:nvSpPr>
          <p:cNvPr id="8" name="TextBox 7">
            <a:extLst>
              <a:ext uri="{FF2B5EF4-FFF2-40B4-BE49-F238E27FC236}">
                <a16:creationId xmlns:a16="http://schemas.microsoft.com/office/drawing/2014/main" id="{CAF53790-15D2-E0FA-8318-4E9D4FF110D1}"/>
              </a:ext>
            </a:extLst>
          </p:cNvPr>
          <p:cNvSpPr txBox="1"/>
          <p:nvPr/>
        </p:nvSpPr>
        <p:spPr>
          <a:xfrm>
            <a:off x="1243584" y="2373519"/>
            <a:ext cx="9966960" cy="523220"/>
          </a:xfrm>
          <a:prstGeom prst="rect">
            <a:avLst/>
          </a:prstGeom>
          <a:noFill/>
        </p:spPr>
        <p:txBody>
          <a:bodyPr wrap="square" rtlCol="0">
            <a:spAutoFit/>
          </a:bodyPr>
          <a:lstStyle/>
          <a:p>
            <a:r>
              <a:rPr lang="en-US" sz="2800" b="1" dirty="0"/>
              <a:t>Student Record Management System Using Blockchain Technology</a:t>
            </a:r>
          </a:p>
        </p:txBody>
      </p:sp>
      <p:sp>
        <p:nvSpPr>
          <p:cNvPr id="9" name="Slide Number Placeholder 8">
            <a:extLst>
              <a:ext uri="{FF2B5EF4-FFF2-40B4-BE49-F238E27FC236}">
                <a16:creationId xmlns:a16="http://schemas.microsoft.com/office/drawing/2014/main" id="{0AED10C1-B54B-BBC1-8E17-9F78F16F2845}"/>
              </a:ext>
            </a:extLst>
          </p:cNvPr>
          <p:cNvSpPr>
            <a:spLocks noGrp="1"/>
          </p:cNvSpPr>
          <p:nvPr>
            <p:ph type="sldNum" sz="quarter" idx="12"/>
          </p:nvPr>
        </p:nvSpPr>
        <p:spPr/>
        <p:txBody>
          <a:bodyPr/>
          <a:lstStyle/>
          <a:p>
            <a:fld id="{E8544464-6882-4959-B704-4CAF944CB379}" type="slidenum">
              <a:rPr lang="en-US" smtClean="0"/>
              <a:t>1</a:t>
            </a:fld>
            <a:endParaRPr lang="en-US"/>
          </a:p>
        </p:txBody>
      </p:sp>
    </p:spTree>
    <p:extLst>
      <p:ext uri="{BB962C8B-B14F-4D97-AF65-F5344CB8AC3E}">
        <p14:creationId xmlns:p14="http://schemas.microsoft.com/office/powerpoint/2010/main" val="1797794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69CE1-154C-5778-BFB7-6E887B05B9E6}"/>
              </a:ext>
            </a:extLst>
          </p:cNvPr>
          <p:cNvSpPr>
            <a:spLocks noGrp="1"/>
          </p:cNvSpPr>
          <p:nvPr>
            <p:ph type="title"/>
          </p:nvPr>
        </p:nvSpPr>
        <p:spPr/>
        <p:txBody>
          <a:bodyPr/>
          <a:lstStyle/>
          <a:p>
            <a:pPr algn="ctr"/>
            <a:r>
              <a:rPr lang="en-US" b="1" dirty="0"/>
              <a:t>ABSTRACT</a:t>
            </a:r>
          </a:p>
        </p:txBody>
      </p:sp>
      <p:sp>
        <p:nvSpPr>
          <p:cNvPr id="3" name="Content Placeholder 2">
            <a:extLst>
              <a:ext uri="{FF2B5EF4-FFF2-40B4-BE49-F238E27FC236}">
                <a16:creationId xmlns:a16="http://schemas.microsoft.com/office/drawing/2014/main" id="{6485E652-B52C-7EA9-9B7F-3233038531FA}"/>
              </a:ext>
            </a:extLst>
          </p:cNvPr>
          <p:cNvSpPr>
            <a:spLocks noGrp="1"/>
          </p:cNvSpPr>
          <p:nvPr>
            <p:ph idx="1"/>
          </p:nvPr>
        </p:nvSpPr>
        <p:spPr/>
        <p:txBody>
          <a:bodyPr>
            <a:normAutofit/>
          </a:bodyPr>
          <a:lstStyle/>
          <a:p>
            <a:pPr lvl="0"/>
            <a:r>
              <a:rPr lang="en-US" sz="2000" dirty="0"/>
              <a:t>Developed a basic blockchain-based Student Record Management System as part of industrial training.</a:t>
            </a:r>
          </a:p>
          <a:p>
            <a:pPr lvl="0"/>
            <a:r>
              <a:rPr lang="en-US" sz="2000" dirty="0"/>
              <a:t>Combined HTML, CSS, JavaScript, Solidity, Ethers.js, and MetaMask.</a:t>
            </a:r>
          </a:p>
          <a:p>
            <a:pPr lvl="0"/>
            <a:r>
              <a:rPr lang="en-US" sz="2000" dirty="0"/>
              <a:t>Designed a website to store and retrieve student academic information through a smart contract.</a:t>
            </a:r>
          </a:p>
          <a:p>
            <a:pPr lvl="0"/>
            <a:r>
              <a:rPr lang="en-US" sz="2000" dirty="0"/>
              <a:t>Implemented student record fields such as name, roll number, registration number, department, semester, CGPA, and wallet address.</a:t>
            </a:r>
          </a:p>
          <a:p>
            <a:pPr lvl="0"/>
            <a:r>
              <a:rPr lang="en-US" sz="2000" dirty="0"/>
              <a:t>Tested the basic record storage and retrieval functionality through the website.</a:t>
            </a:r>
          </a:p>
          <a:p>
            <a:pPr lvl="0"/>
            <a:r>
              <a:rPr lang="en-US" sz="2000" dirty="0"/>
              <a:t>Gained practical knowledge of web development, smart contracts, blockchain interaction, and debugging</a:t>
            </a:r>
            <a:r>
              <a:rPr lang="en-US" sz="2400" dirty="0"/>
              <a:t>.</a:t>
            </a:r>
          </a:p>
        </p:txBody>
      </p:sp>
      <p:sp>
        <p:nvSpPr>
          <p:cNvPr id="4" name="Slide Number Placeholder 3">
            <a:extLst>
              <a:ext uri="{FF2B5EF4-FFF2-40B4-BE49-F238E27FC236}">
                <a16:creationId xmlns:a16="http://schemas.microsoft.com/office/drawing/2014/main" id="{11DECC3D-F94C-0716-41C7-E85CCB3E3526}"/>
              </a:ext>
            </a:extLst>
          </p:cNvPr>
          <p:cNvSpPr>
            <a:spLocks noGrp="1"/>
          </p:cNvSpPr>
          <p:nvPr>
            <p:ph type="sldNum" sz="quarter" idx="12"/>
          </p:nvPr>
        </p:nvSpPr>
        <p:spPr/>
        <p:txBody>
          <a:bodyPr/>
          <a:lstStyle/>
          <a:p>
            <a:fld id="{E8544464-6882-4959-B704-4CAF944CB379}" type="slidenum">
              <a:rPr lang="en-US" smtClean="0"/>
              <a:t>2</a:t>
            </a:fld>
            <a:endParaRPr lang="en-US"/>
          </a:p>
        </p:txBody>
      </p:sp>
    </p:spTree>
    <p:extLst>
      <p:ext uri="{BB962C8B-B14F-4D97-AF65-F5344CB8AC3E}">
        <p14:creationId xmlns:p14="http://schemas.microsoft.com/office/powerpoint/2010/main" val="1788859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82EB-EB18-72B3-7A03-2DC27EFF5196}"/>
              </a:ext>
            </a:extLst>
          </p:cNvPr>
          <p:cNvSpPr>
            <a:spLocks noGrp="1"/>
          </p:cNvSpPr>
          <p:nvPr>
            <p:ph type="title"/>
          </p:nvPr>
        </p:nvSpPr>
        <p:spPr/>
        <p:txBody>
          <a:bodyPr/>
          <a:lstStyle/>
          <a:p>
            <a:pPr algn="ctr"/>
            <a:r>
              <a:rPr lang="en-US" b="1" dirty="0"/>
              <a:t>Table of Content</a:t>
            </a:r>
          </a:p>
        </p:txBody>
      </p:sp>
      <p:graphicFrame>
        <p:nvGraphicFramePr>
          <p:cNvPr id="8" name="Table 7">
            <a:extLst>
              <a:ext uri="{FF2B5EF4-FFF2-40B4-BE49-F238E27FC236}">
                <a16:creationId xmlns:a16="http://schemas.microsoft.com/office/drawing/2014/main" id="{DD1B7FCE-DE2F-D15F-030F-41168DA545EA}"/>
              </a:ext>
            </a:extLst>
          </p:cNvPr>
          <p:cNvGraphicFramePr>
            <a:graphicFrameLocks noGrp="1"/>
          </p:cNvGraphicFramePr>
          <p:nvPr>
            <p:extLst>
              <p:ext uri="{D42A27DB-BD31-4B8C-83A1-F6EECF244321}">
                <p14:modId xmlns:p14="http://schemas.microsoft.com/office/powerpoint/2010/main" val="3430659533"/>
              </p:ext>
            </p:extLst>
          </p:nvPr>
        </p:nvGraphicFramePr>
        <p:xfrm>
          <a:off x="2032000" y="719666"/>
          <a:ext cx="8127999" cy="56286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27635610"/>
                    </a:ext>
                  </a:extLst>
                </a:gridCol>
                <a:gridCol w="2709333">
                  <a:extLst>
                    <a:ext uri="{9D8B030D-6E8A-4147-A177-3AD203B41FA5}">
                      <a16:colId xmlns:a16="http://schemas.microsoft.com/office/drawing/2014/main" val="160080632"/>
                    </a:ext>
                  </a:extLst>
                </a:gridCol>
                <a:gridCol w="2709333">
                  <a:extLst>
                    <a:ext uri="{9D8B030D-6E8A-4147-A177-3AD203B41FA5}">
                      <a16:colId xmlns:a16="http://schemas.microsoft.com/office/drawing/2014/main" val="191339671"/>
                    </a:ext>
                  </a:extLst>
                </a:gridCol>
              </a:tblGrid>
              <a:tr h="370840">
                <a:tc>
                  <a:txBody>
                    <a:bodyPr/>
                    <a:lstStyle/>
                    <a:p>
                      <a:r>
                        <a:rPr lang="en-US" dirty="0"/>
                        <a:t>S.NO.</a:t>
                      </a:r>
                    </a:p>
                  </a:txBody>
                  <a:tcPr/>
                </a:tc>
                <a:tc>
                  <a:txBody>
                    <a:bodyPr/>
                    <a:lstStyle/>
                    <a:p>
                      <a:r>
                        <a:rPr lang="en-US" dirty="0"/>
                        <a:t>TITLE</a:t>
                      </a:r>
                    </a:p>
                  </a:txBody>
                  <a:tcPr/>
                </a:tc>
                <a:tc>
                  <a:txBody>
                    <a:bodyPr/>
                    <a:lstStyle/>
                    <a:p>
                      <a:r>
                        <a:rPr lang="en-US" dirty="0"/>
                        <a:t>PAGE NO.</a:t>
                      </a:r>
                    </a:p>
                  </a:txBody>
                  <a:tcPr/>
                </a:tc>
                <a:extLst>
                  <a:ext uri="{0D108BD9-81ED-4DB2-BD59-A6C34878D82A}">
                    <a16:rowId xmlns:a16="http://schemas.microsoft.com/office/drawing/2014/main" val="866174962"/>
                  </a:ext>
                </a:extLst>
              </a:tr>
              <a:tr h="370840">
                <a:tc>
                  <a:txBody>
                    <a:bodyPr/>
                    <a:lstStyle/>
                    <a:p>
                      <a:r>
                        <a:rPr lang="en-US" dirty="0"/>
                        <a:t>1.</a:t>
                      </a:r>
                    </a:p>
                  </a:txBody>
                  <a:tcPr/>
                </a:tc>
                <a:tc>
                  <a:txBody>
                    <a:bodyPr/>
                    <a:lstStyle/>
                    <a:p>
                      <a:r>
                        <a:rPr lang="en-US" dirty="0"/>
                        <a:t>Project Introduction</a:t>
                      </a:r>
                    </a:p>
                  </a:txBody>
                  <a:tcPr/>
                </a:tc>
                <a:tc>
                  <a:txBody>
                    <a:bodyPr/>
                    <a:lstStyle/>
                    <a:p>
                      <a:r>
                        <a:rPr lang="en-US" dirty="0"/>
                        <a:t>4</a:t>
                      </a:r>
                    </a:p>
                  </a:txBody>
                  <a:tcPr/>
                </a:tc>
                <a:extLst>
                  <a:ext uri="{0D108BD9-81ED-4DB2-BD59-A6C34878D82A}">
                    <a16:rowId xmlns:a16="http://schemas.microsoft.com/office/drawing/2014/main" val="1687878070"/>
                  </a:ext>
                </a:extLst>
              </a:tr>
              <a:tr h="370840">
                <a:tc>
                  <a:txBody>
                    <a:bodyPr/>
                    <a:lstStyle/>
                    <a:p>
                      <a:r>
                        <a:rPr lang="en-US" dirty="0"/>
                        <a:t>2.</a:t>
                      </a:r>
                    </a:p>
                  </a:txBody>
                  <a:tcPr/>
                </a:tc>
                <a:tc>
                  <a:txBody>
                    <a:bodyPr/>
                    <a:lstStyle/>
                    <a:p>
                      <a:r>
                        <a:rPr lang="en-US" dirty="0"/>
                        <a:t>Problem Statement and Objective</a:t>
                      </a:r>
                    </a:p>
                  </a:txBody>
                  <a:tcPr/>
                </a:tc>
                <a:tc>
                  <a:txBody>
                    <a:bodyPr/>
                    <a:lstStyle/>
                    <a:p>
                      <a:r>
                        <a:rPr lang="en-US" dirty="0"/>
                        <a:t>5</a:t>
                      </a:r>
                    </a:p>
                  </a:txBody>
                  <a:tcPr/>
                </a:tc>
                <a:extLst>
                  <a:ext uri="{0D108BD9-81ED-4DB2-BD59-A6C34878D82A}">
                    <a16:rowId xmlns:a16="http://schemas.microsoft.com/office/drawing/2014/main" val="4218236630"/>
                  </a:ext>
                </a:extLst>
              </a:tr>
              <a:tr h="370840">
                <a:tc>
                  <a:txBody>
                    <a:bodyPr/>
                    <a:lstStyle/>
                    <a:p>
                      <a:r>
                        <a:rPr lang="en-US" dirty="0"/>
                        <a:t>3.</a:t>
                      </a:r>
                    </a:p>
                  </a:txBody>
                  <a:tcPr/>
                </a:tc>
                <a:tc>
                  <a:txBody>
                    <a:bodyPr/>
                    <a:lstStyle/>
                    <a:p>
                      <a:r>
                        <a:rPr lang="en-US" dirty="0"/>
                        <a:t>Technologies Used</a:t>
                      </a:r>
                    </a:p>
                  </a:txBody>
                  <a:tcPr/>
                </a:tc>
                <a:tc>
                  <a:txBody>
                    <a:bodyPr/>
                    <a:lstStyle/>
                    <a:p>
                      <a:r>
                        <a:rPr lang="en-US" dirty="0"/>
                        <a:t>6</a:t>
                      </a:r>
                    </a:p>
                  </a:txBody>
                  <a:tcPr/>
                </a:tc>
                <a:extLst>
                  <a:ext uri="{0D108BD9-81ED-4DB2-BD59-A6C34878D82A}">
                    <a16:rowId xmlns:a16="http://schemas.microsoft.com/office/drawing/2014/main" val="3230082846"/>
                  </a:ext>
                </a:extLst>
              </a:tr>
              <a:tr h="370840">
                <a:tc>
                  <a:txBody>
                    <a:bodyPr/>
                    <a:lstStyle/>
                    <a:p>
                      <a:r>
                        <a:rPr lang="en-US" dirty="0"/>
                        <a:t>4.</a:t>
                      </a:r>
                    </a:p>
                  </a:txBody>
                  <a:tcPr/>
                </a:tc>
                <a:tc>
                  <a:txBody>
                    <a:bodyPr/>
                    <a:lstStyle/>
                    <a:p>
                      <a:r>
                        <a:rPr lang="en-US" dirty="0"/>
                        <a:t>System Architecture</a:t>
                      </a:r>
                    </a:p>
                  </a:txBody>
                  <a:tcPr/>
                </a:tc>
                <a:tc>
                  <a:txBody>
                    <a:bodyPr/>
                    <a:lstStyle/>
                    <a:p>
                      <a:r>
                        <a:rPr lang="en-US" dirty="0"/>
                        <a:t>7</a:t>
                      </a:r>
                    </a:p>
                  </a:txBody>
                  <a:tcPr/>
                </a:tc>
                <a:extLst>
                  <a:ext uri="{0D108BD9-81ED-4DB2-BD59-A6C34878D82A}">
                    <a16:rowId xmlns:a16="http://schemas.microsoft.com/office/drawing/2014/main" val="1064684426"/>
                  </a:ext>
                </a:extLst>
              </a:tr>
              <a:tr h="370840">
                <a:tc>
                  <a:txBody>
                    <a:bodyPr/>
                    <a:lstStyle/>
                    <a:p>
                      <a:r>
                        <a:rPr lang="en-US" dirty="0"/>
                        <a:t>5.</a:t>
                      </a:r>
                    </a:p>
                  </a:txBody>
                  <a:tcPr/>
                </a:tc>
                <a:tc>
                  <a:txBody>
                    <a:bodyPr/>
                    <a:lstStyle/>
                    <a:p>
                      <a:r>
                        <a:rPr lang="en-US" dirty="0"/>
                        <a:t>Working Methodology</a:t>
                      </a:r>
                    </a:p>
                  </a:txBody>
                  <a:tcPr/>
                </a:tc>
                <a:tc>
                  <a:txBody>
                    <a:bodyPr/>
                    <a:lstStyle/>
                    <a:p>
                      <a:r>
                        <a:rPr lang="en-US" dirty="0"/>
                        <a:t>8</a:t>
                      </a:r>
                    </a:p>
                  </a:txBody>
                  <a:tcPr/>
                </a:tc>
                <a:extLst>
                  <a:ext uri="{0D108BD9-81ED-4DB2-BD59-A6C34878D82A}">
                    <a16:rowId xmlns:a16="http://schemas.microsoft.com/office/drawing/2014/main" val="1898445534"/>
                  </a:ext>
                </a:extLst>
              </a:tr>
              <a:tr h="370840">
                <a:tc>
                  <a:txBody>
                    <a:bodyPr/>
                    <a:lstStyle/>
                    <a:p>
                      <a:r>
                        <a:rPr lang="en-US" dirty="0"/>
                        <a:t>6.</a:t>
                      </a:r>
                    </a:p>
                  </a:txBody>
                  <a:tcPr/>
                </a:tc>
                <a:tc>
                  <a:txBody>
                    <a:bodyPr/>
                    <a:lstStyle/>
                    <a:p>
                      <a:r>
                        <a:rPr lang="en-US" dirty="0"/>
                        <a:t>Project Implementation</a:t>
                      </a:r>
                    </a:p>
                  </a:txBody>
                  <a:tcPr/>
                </a:tc>
                <a:tc>
                  <a:txBody>
                    <a:bodyPr/>
                    <a:lstStyle/>
                    <a:p>
                      <a:r>
                        <a:rPr lang="en-US" dirty="0"/>
                        <a:t>9</a:t>
                      </a:r>
                    </a:p>
                  </a:txBody>
                  <a:tcPr/>
                </a:tc>
                <a:extLst>
                  <a:ext uri="{0D108BD9-81ED-4DB2-BD59-A6C34878D82A}">
                    <a16:rowId xmlns:a16="http://schemas.microsoft.com/office/drawing/2014/main" val="1279763663"/>
                  </a:ext>
                </a:extLst>
              </a:tr>
              <a:tr h="370840">
                <a:tc>
                  <a:txBody>
                    <a:bodyPr/>
                    <a:lstStyle/>
                    <a:p>
                      <a:r>
                        <a:rPr lang="en-US" dirty="0"/>
                        <a:t>7.</a:t>
                      </a:r>
                    </a:p>
                  </a:txBody>
                  <a:tcPr/>
                </a:tc>
                <a:tc>
                  <a:txBody>
                    <a:bodyPr/>
                    <a:lstStyle/>
                    <a:p>
                      <a:r>
                        <a:rPr lang="en-US" dirty="0"/>
                        <a:t>Smart Contract and Blockchain Interaction</a:t>
                      </a:r>
                    </a:p>
                  </a:txBody>
                  <a:tcPr/>
                </a:tc>
                <a:tc>
                  <a:txBody>
                    <a:bodyPr/>
                    <a:lstStyle/>
                    <a:p>
                      <a:r>
                        <a:rPr lang="en-US" dirty="0"/>
                        <a:t>10</a:t>
                      </a:r>
                    </a:p>
                  </a:txBody>
                  <a:tcPr/>
                </a:tc>
                <a:extLst>
                  <a:ext uri="{0D108BD9-81ED-4DB2-BD59-A6C34878D82A}">
                    <a16:rowId xmlns:a16="http://schemas.microsoft.com/office/drawing/2014/main" val="3578760130"/>
                  </a:ext>
                </a:extLst>
              </a:tr>
              <a:tr h="370840">
                <a:tc>
                  <a:txBody>
                    <a:bodyPr/>
                    <a:lstStyle/>
                    <a:p>
                      <a:r>
                        <a:rPr lang="en-US" dirty="0"/>
                        <a:t>8.</a:t>
                      </a:r>
                    </a:p>
                  </a:txBody>
                  <a:tcPr/>
                </a:tc>
                <a:tc>
                  <a:txBody>
                    <a:bodyPr/>
                    <a:lstStyle/>
                    <a:p>
                      <a:r>
                        <a:rPr lang="en-US" dirty="0"/>
                        <a:t>Project Demonstration</a:t>
                      </a:r>
                    </a:p>
                  </a:txBody>
                  <a:tcPr/>
                </a:tc>
                <a:tc>
                  <a:txBody>
                    <a:bodyPr/>
                    <a:lstStyle/>
                    <a:p>
                      <a:r>
                        <a:rPr lang="en-US" dirty="0"/>
                        <a:t>11-12</a:t>
                      </a:r>
                    </a:p>
                  </a:txBody>
                  <a:tcPr/>
                </a:tc>
                <a:extLst>
                  <a:ext uri="{0D108BD9-81ED-4DB2-BD59-A6C34878D82A}">
                    <a16:rowId xmlns:a16="http://schemas.microsoft.com/office/drawing/2014/main" val="296582867"/>
                  </a:ext>
                </a:extLst>
              </a:tr>
              <a:tr h="370840">
                <a:tc>
                  <a:txBody>
                    <a:bodyPr/>
                    <a:lstStyle/>
                    <a:p>
                      <a:r>
                        <a:rPr lang="en-US" dirty="0"/>
                        <a:t>9.</a:t>
                      </a:r>
                    </a:p>
                  </a:txBody>
                  <a:tcPr/>
                </a:tc>
                <a:tc>
                  <a:txBody>
                    <a:bodyPr/>
                    <a:lstStyle/>
                    <a:p>
                      <a:r>
                        <a:rPr lang="en-US" dirty="0"/>
                        <a:t>Testing and Results</a:t>
                      </a:r>
                    </a:p>
                  </a:txBody>
                  <a:tcPr/>
                </a:tc>
                <a:tc>
                  <a:txBody>
                    <a:bodyPr/>
                    <a:lstStyle/>
                    <a:p>
                      <a:r>
                        <a:rPr lang="en-US" dirty="0"/>
                        <a:t>13-14</a:t>
                      </a:r>
                    </a:p>
                  </a:txBody>
                  <a:tcPr/>
                </a:tc>
                <a:extLst>
                  <a:ext uri="{0D108BD9-81ED-4DB2-BD59-A6C34878D82A}">
                    <a16:rowId xmlns:a16="http://schemas.microsoft.com/office/drawing/2014/main" val="2593825351"/>
                  </a:ext>
                </a:extLst>
              </a:tr>
              <a:tr h="370840">
                <a:tc>
                  <a:txBody>
                    <a:bodyPr/>
                    <a:lstStyle/>
                    <a:p>
                      <a:r>
                        <a:rPr lang="en-US" dirty="0"/>
                        <a:t>10.</a:t>
                      </a:r>
                    </a:p>
                  </a:txBody>
                  <a:tcPr/>
                </a:tc>
                <a:tc>
                  <a:txBody>
                    <a:bodyPr/>
                    <a:lstStyle/>
                    <a:p>
                      <a:r>
                        <a:rPr lang="en-US" dirty="0"/>
                        <a:t>Challenges and Solutions</a:t>
                      </a:r>
                    </a:p>
                  </a:txBody>
                  <a:tcPr/>
                </a:tc>
                <a:tc>
                  <a:txBody>
                    <a:bodyPr/>
                    <a:lstStyle/>
                    <a:p>
                      <a:r>
                        <a:rPr lang="en-US" dirty="0"/>
                        <a:t>15</a:t>
                      </a:r>
                    </a:p>
                  </a:txBody>
                  <a:tcPr/>
                </a:tc>
                <a:extLst>
                  <a:ext uri="{0D108BD9-81ED-4DB2-BD59-A6C34878D82A}">
                    <a16:rowId xmlns:a16="http://schemas.microsoft.com/office/drawing/2014/main" val="2204537966"/>
                  </a:ext>
                </a:extLst>
              </a:tr>
              <a:tr h="370840">
                <a:tc>
                  <a:txBody>
                    <a:bodyPr/>
                    <a:lstStyle/>
                    <a:p>
                      <a:r>
                        <a:rPr lang="en-US" dirty="0"/>
                        <a:t>11.</a:t>
                      </a:r>
                    </a:p>
                  </a:txBody>
                  <a:tcPr/>
                </a:tc>
                <a:tc>
                  <a:txBody>
                    <a:bodyPr/>
                    <a:lstStyle/>
                    <a:p>
                      <a:r>
                        <a:rPr lang="en-US" dirty="0"/>
                        <a:t>Learning Outcomes and Limitations</a:t>
                      </a:r>
                    </a:p>
                  </a:txBody>
                  <a:tcPr/>
                </a:tc>
                <a:tc>
                  <a:txBody>
                    <a:bodyPr/>
                    <a:lstStyle/>
                    <a:p>
                      <a:r>
                        <a:rPr lang="en-US" dirty="0"/>
                        <a:t>16</a:t>
                      </a:r>
                    </a:p>
                  </a:txBody>
                  <a:tcPr/>
                </a:tc>
                <a:extLst>
                  <a:ext uri="{0D108BD9-81ED-4DB2-BD59-A6C34878D82A}">
                    <a16:rowId xmlns:a16="http://schemas.microsoft.com/office/drawing/2014/main" val="603960594"/>
                  </a:ext>
                </a:extLst>
              </a:tr>
              <a:tr h="370840">
                <a:tc>
                  <a:txBody>
                    <a:bodyPr/>
                    <a:lstStyle/>
                    <a:p>
                      <a:r>
                        <a:rPr lang="en-US" dirty="0"/>
                        <a:t>12.</a:t>
                      </a:r>
                    </a:p>
                  </a:txBody>
                  <a:tcPr/>
                </a:tc>
                <a:tc>
                  <a:txBody>
                    <a:bodyPr/>
                    <a:lstStyle/>
                    <a:p>
                      <a:r>
                        <a:rPr lang="en-US" dirty="0"/>
                        <a:t>Conclusion</a:t>
                      </a:r>
                    </a:p>
                  </a:txBody>
                  <a:tcPr/>
                </a:tc>
                <a:tc>
                  <a:txBody>
                    <a:bodyPr/>
                    <a:lstStyle/>
                    <a:p>
                      <a:r>
                        <a:rPr lang="en-US" dirty="0"/>
                        <a:t>17</a:t>
                      </a:r>
                    </a:p>
                  </a:txBody>
                  <a:tcPr/>
                </a:tc>
                <a:extLst>
                  <a:ext uri="{0D108BD9-81ED-4DB2-BD59-A6C34878D82A}">
                    <a16:rowId xmlns:a16="http://schemas.microsoft.com/office/drawing/2014/main" val="2729425654"/>
                  </a:ext>
                </a:extLst>
              </a:tr>
            </a:tbl>
          </a:graphicData>
        </a:graphic>
      </p:graphicFrame>
      <p:sp>
        <p:nvSpPr>
          <p:cNvPr id="9" name="Slide Number Placeholder 8">
            <a:extLst>
              <a:ext uri="{FF2B5EF4-FFF2-40B4-BE49-F238E27FC236}">
                <a16:creationId xmlns:a16="http://schemas.microsoft.com/office/drawing/2014/main" id="{347702BD-2C15-C018-7DF2-29C107236705}"/>
              </a:ext>
            </a:extLst>
          </p:cNvPr>
          <p:cNvSpPr>
            <a:spLocks noGrp="1"/>
          </p:cNvSpPr>
          <p:nvPr>
            <p:ph type="sldNum" sz="quarter" idx="12"/>
          </p:nvPr>
        </p:nvSpPr>
        <p:spPr/>
        <p:txBody>
          <a:bodyPr/>
          <a:lstStyle/>
          <a:p>
            <a:fld id="{E8544464-6882-4959-B704-4CAF944CB379}" type="slidenum">
              <a:rPr lang="en-US" smtClean="0"/>
              <a:t>3</a:t>
            </a:fld>
            <a:endParaRPr lang="en-US"/>
          </a:p>
        </p:txBody>
      </p:sp>
    </p:spTree>
    <p:extLst>
      <p:ext uri="{BB962C8B-B14F-4D97-AF65-F5344CB8AC3E}">
        <p14:creationId xmlns:p14="http://schemas.microsoft.com/office/powerpoint/2010/main" val="2092892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5EAC-5FFB-D83E-6C01-A857A0DB7DB3}"/>
              </a:ext>
            </a:extLst>
          </p:cNvPr>
          <p:cNvSpPr>
            <a:spLocks noGrp="1"/>
          </p:cNvSpPr>
          <p:nvPr>
            <p:ph type="title"/>
          </p:nvPr>
        </p:nvSpPr>
        <p:spPr>
          <a:xfrm>
            <a:off x="713232" y="18288"/>
            <a:ext cx="10110216" cy="1389888"/>
          </a:xfrm>
        </p:spPr>
        <p:txBody>
          <a:bodyPr>
            <a:normAutofit/>
          </a:bodyPr>
          <a:lstStyle/>
          <a:p>
            <a:pPr algn="ctr"/>
            <a:r>
              <a:rPr lang="en-US" b="1" dirty="0"/>
              <a:t>Project Introduction</a:t>
            </a:r>
          </a:p>
        </p:txBody>
      </p:sp>
      <p:sp>
        <p:nvSpPr>
          <p:cNvPr id="6" name="TextBox 5">
            <a:extLst>
              <a:ext uri="{FF2B5EF4-FFF2-40B4-BE49-F238E27FC236}">
                <a16:creationId xmlns:a16="http://schemas.microsoft.com/office/drawing/2014/main" id="{EA80902E-77D3-B964-E1BB-5956750E7F6B}"/>
              </a:ext>
            </a:extLst>
          </p:cNvPr>
          <p:cNvSpPr txBox="1"/>
          <p:nvPr/>
        </p:nvSpPr>
        <p:spPr>
          <a:xfrm>
            <a:off x="649224" y="1122461"/>
            <a:ext cx="7834965" cy="6032421"/>
          </a:xfrm>
          <a:prstGeom prst="rect">
            <a:avLst/>
          </a:prstGeom>
          <a:noFill/>
        </p:spPr>
        <p:txBody>
          <a:bodyPr wrap="none" rtlCol="0">
            <a:spAutoFit/>
          </a:bodyPr>
          <a:lstStyle/>
          <a:p>
            <a:r>
              <a:rPr lang="en-US" sz="2400" b="1" dirty="0"/>
              <a:t>Project Title</a:t>
            </a:r>
          </a:p>
          <a:p>
            <a:r>
              <a:rPr lang="en-US" sz="2000" dirty="0"/>
              <a:t>Student Record Management System Using Blockchain Technology</a:t>
            </a:r>
          </a:p>
          <a:p>
            <a:endParaRPr lang="en-US" b="1" dirty="0"/>
          </a:p>
          <a:p>
            <a:r>
              <a:rPr lang="en-US" sz="2400" b="1" dirty="0"/>
              <a:t>Project Overview</a:t>
            </a:r>
          </a:p>
          <a:p>
            <a:pPr marL="285750" lvl="0" indent="-285750">
              <a:buFont typeface="Arial" panose="020B0604020202020204" pitchFamily="34" charset="0"/>
              <a:buChar char="•"/>
            </a:pPr>
            <a:r>
              <a:rPr lang="en-US" sz="2000" dirty="0"/>
              <a:t>A basic website for storing and retrieving student academic records.</a:t>
            </a:r>
          </a:p>
          <a:p>
            <a:pPr marL="285750" lvl="0" indent="-285750">
              <a:buFont typeface="Arial" panose="020B0604020202020204" pitchFamily="34" charset="0"/>
              <a:buChar char="•"/>
            </a:pPr>
            <a:r>
              <a:rPr lang="en-US" sz="2000" dirty="0"/>
              <a:t>Uses a Solidity smart contract for record management.</a:t>
            </a:r>
          </a:p>
          <a:p>
            <a:pPr marL="285750" lvl="0" indent="-285750">
              <a:buFont typeface="Arial" panose="020B0604020202020204" pitchFamily="34" charset="0"/>
              <a:buChar char="•"/>
            </a:pPr>
            <a:r>
              <a:rPr lang="en-US" sz="2000" dirty="0"/>
              <a:t>The frontend is developed using HTML, CSS, and JavaScript.</a:t>
            </a:r>
          </a:p>
          <a:p>
            <a:pPr marL="285750" lvl="0" indent="-285750">
              <a:buFont typeface="Arial" panose="020B0604020202020204" pitchFamily="34" charset="0"/>
              <a:buChar char="•"/>
            </a:pPr>
            <a:r>
              <a:rPr lang="en-US" sz="2000" dirty="0"/>
              <a:t>Ethers.js connects the website with the smart contract.</a:t>
            </a:r>
          </a:p>
          <a:p>
            <a:pPr marL="285750" lvl="0" indent="-285750">
              <a:buFont typeface="Arial" panose="020B0604020202020204" pitchFamily="34" charset="0"/>
              <a:buChar char="•"/>
            </a:pPr>
            <a:r>
              <a:rPr lang="en-US" sz="2000" dirty="0"/>
              <a:t>MetaMask is used for wallet connection and transaction authorization.</a:t>
            </a:r>
          </a:p>
          <a:p>
            <a:pPr lvl="0"/>
            <a:endParaRPr lang="en-US" dirty="0"/>
          </a:p>
          <a:p>
            <a:r>
              <a:rPr lang="en-US" sz="2400" b="1" dirty="0"/>
              <a:t>Stored Information</a:t>
            </a:r>
          </a:p>
          <a:p>
            <a:pPr marL="285750" lvl="0" indent="-285750">
              <a:buFont typeface="Arial" panose="020B0604020202020204" pitchFamily="34" charset="0"/>
              <a:buChar char="•"/>
            </a:pPr>
            <a:r>
              <a:rPr lang="en-US" sz="2000" dirty="0"/>
              <a:t>Student name</a:t>
            </a:r>
          </a:p>
          <a:p>
            <a:pPr marL="285750" lvl="0" indent="-285750">
              <a:buFont typeface="Arial" panose="020B0604020202020204" pitchFamily="34" charset="0"/>
              <a:buChar char="•"/>
            </a:pPr>
            <a:r>
              <a:rPr lang="en-US" sz="2000" dirty="0"/>
              <a:t>Roll number</a:t>
            </a:r>
          </a:p>
          <a:p>
            <a:pPr marL="285750" lvl="0" indent="-285750">
              <a:buFont typeface="Arial" panose="020B0604020202020204" pitchFamily="34" charset="0"/>
              <a:buChar char="•"/>
            </a:pPr>
            <a:r>
              <a:rPr lang="en-US" sz="2000" dirty="0"/>
              <a:t>Registration number</a:t>
            </a:r>
          </a:p>
          <a:p>
            <a:pPr marL="285750" lvl="0" indent="-285750">
              <a:buFont typeface="Arial" panose="020B0604020202020204" pitchFamily="34" charset="0"/>
              <a:buChar char="•"/>
            </a:pPr>
            <a:r>
              <a:rPr lang="en-US" sz="2000" dirty="0"/>
              <a:t>Department</a:t>
            </a:r>
          </a:p>
          <a:p>
            <a:pPr marL="285750" lvl="0" indent="-285750">
              <a:buFont typeface="Arial" panose="020B0604020202020204" pitchFamily="34" charset="0"/>
              <a:buChar char="•"/>
            </a:pPr>
            <a:r>
              <a:rPr lang="en-US" sz="2000" dirty="0"/>
              <a:t>Semester</a:t>
            </a:r>
          </a:p>
          <a:p>
            <a:pPr marL="285750" lvl="0" indent="-285750">
              <a:buFont typeface="Arial" panose="020B0604020202020204" pitchFamily="34" charset="0"/>
              <a:buChar char="•"/>
            </a:pPr>
            <a:r>
              <a:rPr lang="en-US" sz="2000" dirty="0"/>
              <a:t>CGPA</a:t>
            </a:r>
          </a:p>
          <a:p>
            <a:pPr marL="285750" lvl="0" indent="-285750">
              <a:buFont typeface="Arial" panose="020B0604020202020204" pitchFamily="34" charset="0"/>
              <a:buChar char="•"/>
            </a:pPr>
            <a:r>
              <a:rPr lang="en-US" sz="2000" dirty="0"/>
              <a:t>Wallet address</a:t>
            </a:r>
          </a:p>
          <a:p>
            <a:endParaRPr lang="en-US" dirty="0"/>
          </a:p>
        </p:txBody>
      </p:sp>
      <p:sp>
        <p:nvSpPr>
          <p:cNvPr id="7" name="Slide Number Placeholder 6">
            <a:extLst>
              <a:ext uri="{FF2B5EF4-FFF2-40B4-BE49-F238E27FC236}">
                <a16:creationId xmlns:a16="http://schemas.microsoft.com/office/drawing/2014/main" id="{7C0A9E75-6CA9-1104-99CA-24B28E520A54}"/>
              </a:ext>
            </a:extLst>
          </p:cNvPr>
          <p:cNvSpPr>
            <a:spLocks noGrp="1"/>
          </p:cNvSpPr>
          <p:nvPr>
            <p:ph type="sldNum" sz="quarter" idx="12"/>
          </p:nvPr>
        </p:nvSpPr>
        <p:spPr/>
        <p:txBody>
          <a:bodyPr/>
          <a:lstStyle/>
          <a:p>
            <a:fld id="{E8544464-6882-4959-B704-4CAF944CB379}" type="slidenum">
              <a:rPr lang="en-US" smtClean="0"/>
              <a:t>4</a:t>
            </a:fld>
            <a:endParaRPr lang="en-US"/>
          </a:p>
        </p:txBody>
      </p:sp>
    </p:spTree>
    <p:extLst>
      <p:ext uri="{BB962C8B-B14F-4D97-AF65-F5344CB8AC3E}">
        <p14:creationId xmlns:p14="http://schemas.microsoft.com/office/powerpoint/2010/main" val="2531313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AB097-65CE-3ED8-3031-B080BC22EA83}"/>
              </a:ext>
            </a:extLst>
          </p:cNvPr>
          <p:cNvSpPr>
            <a:spLocks noGrp="1"/>
          </p:cNvSpPr>
          <p:nvPr>
            <p:ph type="title"/>
          </p:nvPr>
        </p:nvSpPr>
        <p:spPr>
          <a:xfrm>
            <a:off x="838200" y="128016"/>
            <a:ext cx="9558528" cy="1307591"/>
          </a:xfrm>
        </p:spPr>
        <p:txBody>
          <a:bodyPr/>
          <a:lstStyle/>
          <a:p>
            <a:pPr algn="ctr"/>
            <a:r>
              <a:rPr lang="en-US" b="1" dirty="0"/>
              <a:t>Problem Statement and Objectives</a:t>
            </a:r>
          </a:p>
        </p:txBody>
      </p:sp>
      <p:sp>
        <p:nvSpPr>
          <p:cNvPr id="4" name="TextBox 3">
            <a:extLst>
              <a:ext uri="{FF2B5EF4-FFF2-40B4-BE49-F238E27FC236}">
                <a16:creationId xmlns:a16="http://schemas.microsoft.com/office/drawing/2014/main" id="{3C5F47CF-0799-6548-4A6E-74FD8B335F9F}"/>
              </a:ext>
            </a:extLst>
          </p:cNvPr>
          <p:cNvSpPr txBox="1"/>
          <p:nvPr/>
        </p:nvSpPr>
        <p:spPr>
          <a:xfrm>
            <a:off x="838200" y="1537335"/>
            <a:ext cx="9390888" cy="3847207"/>
          </a:xfrm>
          <a:prstGeom prst="rect">
            <a:avLst/>
          </a:prstGeom>
          <a:noFill/>
        </p:spPr>
        <p:txBody>
          <a:bodyPr wrap="square" rtlCol="0">
            <a:spAutoFit/>
          </a:bodyPr>
          <a:lstStyle/>
          <a:p>
            <a:r>
              <a:rPr lang="en-US" sz="2400" b="1" dirty="0"/>
              <a:t>Problem Statement</a:t>
            </a:r>
          </a:p>
          <a:p>
            <a:pPr marL="285750" indent="-285750">
              <a:buFont typeface="Wingdings" panose="05000000000000000000" pitchFamily="2" charset="2"/>
              <a:buChar char="Ø"/>
            </a:pPr>
            <a:r>
              <a:rPr lang="en-US" sz="2000" dirty="0"/>
              <a:t>To develop a simple web-based system that stores and retrieves student academic information using a Solidity smart contract.</a:t>
            </a:r>
          </a:p>
          <a:p>
            <a:endParaRPr lang="en-US" dirty="0"/>
          </a:p>
          <a:p>
            <a:r>
              <a:rPr lang="en-US" sz="2400" b="1" dirty="0"/>
              <a:t>Objectives</a:t>
            </a:r>
          </a:p>
          <a:p>
            <a:pPr marL="285750" lvl="0" indent="-285750">
              <a:buFont typeface="Arial" panose="020B0604020202020204" pitchFamily="34" charset="0"/>
              <a:buChar char="•"/>
            </a:pPr>
            <a:r>
              <a:rPr lang="en-US" sz="2000" dirty="0"/>
              <a:t>Develop a basic student record management website.</a:t>
            </a:r>
          </a:p>
          <a:p>
            <a:pPr marL="285750" lvl="0" indent="-285750">
              <a:buFont typeface="Arial" panose="020B0604020202020204" pitchFamily="34" charset="0"/>
              <a:buChar char="•"/>
            </a:pPr>
            <a:r>
              <a:rPr lang="en-US" sz="2000" dirty="0"/>
              <a:t>Understand the fundamentals of Solidity programming.</a:t>
            </a:r>
          </a:p>
          <a:p>
            <a:pPr marL="285750" lvl="0" indent="-285750">
              <a:buFont typeface="Arial" panose="020B0604020202020204" pitchFamily="34" charset="0"/>
              <a:buChar char="•"/>
            </a:pPr>
            <a:r>
              <a:rPr lang="en-US" sz="2000" dirty="0"/>
              <a:t>Connect the website with a smart contract.</a:t>
            </a:r>
          </a:p>
          <a:p>
            <a:pPr marL="285750" lvl="0" indent="-285750">
              <a:buFont typeface="Arial" panose="020B0604020202020204" pitchFamily="34" charset="0"/>
              <a:buChar char="•"/>
            </a:pPr>
            <a:r>
              <a:rPr lang="en-US" sz="2000" dirty="0"/>
              <a:t>Store student academic information.</a:t>
            </a:r>
          </a:p>
          <a:p>
            <a:pPr marL="285750" lvl="0" indent="-285750">
              <a:buFont typeface="Arial" panose="020B0604020202020204" pitchFamily="34" charset="0"/>
              <a:buChar char="•"/>
            </a:pPr>
            <a:r>
              <a:rPr lang="en-US" sz="2000" dirty="0"/>
              <a:t>Retrieve previously stored student records.</a:t>
            </a:r>
          </a:p>
          <a:p>
            <a:pPr marL="285750" lvl="0" indent="-285750">
              <a:buFont typeface="Arial" panose="020B0604020202020204" pitchFamily="34" charset="0"/>
              <a:buChar char="•"/>
            </a:pPr>
            <a:r>
              <a:rPr lang="en-US" sz="2000" dirty="0"/>
              <a:t>Gain practical experience in blockchain application development.</a:t>
            </a:r>
          </a:p>
          <a:p>
            <a:endParaRPr lang="en-US" dirty="0"/>
          </a:p>
        </p:txBody>
      </p:sp>
      <p:sp>
        <p:nvSpPr>
          <p:cNvPr id="5" name="Slide Number Placeholder 4">
            <a:extLst>
              <a:ext uri="{FF2B5EF4-FFF2-40B4-BE49-F238E27FC236}">
                <a16:creationId xmlns:a16="http://schemas.microsoft.com/office/drawing/2014/main" id="{0529F6C0-771C-A366-CEF9-B18710B73C79}"/>
              </a:ext>
            </a:extLst>
          </p:cNvPr>
          <p:cNvSpPr>
            <a:spLocks noGrp="1"/>
          </p:cNvSpPr>
          <p:nvPr>
            <p:ph type="sldNum" sz="quarter" idx="12"/>
          </p:nvPr>
        </p:nvSpPr>
        <p:spPr/>
        <p:txBody>
          <a:bodyPr/>
          <a:lstStyle/>
          <a:p>
            <a:fld id="{E8544464-6882-4959-B704-4CAF944CB379}" type="slidenum">
              <a:rPr lang="en-US" smtClean="0"/>
              <a:t>5</a:t>
            </a:fld>
            <a:endParaRPr lang="en-US"/>
          </a:p>
        </p:txBody>
      </p:sp>
    </p:spTree>
    <p:extLst>
      <p:ext uri="{BB962C8B-B14F-4D97-AF65-F5344CB8AC3E}">
        <p14:creationId xmlns:p14="http://schemas.microsoft.com/office/powerpoint/2010/main" val="161622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5122E-26E4-88F8-F439-BE9D7D7D6B60}"/>
              </a:ext>
            </a:extLst>
          </p:cNvPr>
          <p:cNvSpPr>
            <a:spLocks noGrp="1"/>
          </p:cNvSpPr>
          <p:nvPr>
            <p:ph type="title"/>
          </p:nvPr>
        </p:nvSpPr>
        <p:spPr/>
        <p:txBody>
          <a:bodyPr/>
          <a:lstStyle/>
          <a:p>
            <a:pPr algn="ctr"/>
            <a:r>
              <a:rPr lang="en-US" b="1" dirty="0"/>
              <a:t>Technologies Used</a:t>
            </a:r>
          </a:p>
        </p:txBody>
      </p:sp>
      <p:graphicFrame>
        <p:nvGraphicFramePr>
          <p:cNvPr id="5" name="Table 4">
            <a:extLst>
              <a:ext uri="{FF2B5EF4-FFF2-40B4-BE49-F238E27FC236}">
                <a16:creationId xmlns:a16="http://schemas.microsoft.com/office/drawing/2014/main" id="{65E45028-7C34-EB28-14CE-3679F4E385C6}"/>
              </a:ext>
            </a:extLst>
          </p:cNvPr>
          <p:cNvGraphicFramePr>
            <a:graphicFrameLocks noGrp="1"/>
          </p:cNvGraphicFramePr>
          <p:nvPr>
            <p:extLst>
              <p:ext uri="{D42A27DB-BD31-4B8C-83A1-F6EECF244321}">
                <p14:modId xmlns:p14="http://schemas.microsoft.com/office/powerpoint/2010/main" val="2333020776"/>
              </p:ext>
            </p:extLst>
          </p:nvPr>
        </p:nvGraphicFramePr>
        <p:xfrm>
          <a:off x="838200" y="1690688"/>
          <a:ext cx="10515600" cy="4225482"/>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992014349"/>
                    </a:ext>
                  </a:extLst>
                </a:gridCol>
                <a:gridCol w="5257800">
                  <a:extLst>
                    <a:ext uri="{9D8B030D-6E8A-4147-A177-3AD203B41FA5}">
                      <a16:colId xmlns:a16="http://schemas.microsoft.com/office/drawing/2014/main" val="2462757151"/>
                    </a:ext>
                  </a:extLst>
                </a:gridCol>
              </a:tblGrid>
              <a:tr h="469498">
                <a:tc>
                  <a:txBody>
                    <a:bodyPr/>
                    <a:lstStyle/>
                    <a:p>
                      <a:pPr>
                        <a:buNone/>
                      </a:pPr>
                      <a:r>
                        <a:rPr lang="en-US"/>
                        <a:t>Technology</a:t>
                      </a:r>
                    </a:p>
                  </a:txBody>
                  <a:tcPr anchor="ctr"/>
                </a:tc>
                <a:tc>
                  <a:txBody>
                    <a:bodyPr/>
                    <a:lstStyle/>
                    <a:p>
                      <a:pPr>
                        <a:buNone/>
                      </a:pPr>
                      <a:r>
                        <a:rPr lang="en-US"/>
                        <a:t>Purpose</a:t>
                      </a:r>
                    </a:p>
                  </a:txBody>
                  <a:tcPr anchor="ctr"/>
                </a:tc>
                <a:extLst>
                  <a:ext uri="{0D108BD9-81ED-4DB2-BD59-A6C34878D82A}">
                    <a16:rowId xmlns:a16="http://schemas.microsoft.com/office/drawing/2014/main" val="3990596413"/>
                  </a:ext>
                </a:extLst>
              </a:tr>
              <a:tr h="469498">
                <a:tc>
                  <a:txBody>
                    <a:bodyPr/>
                    <a:lstStyle/>
                    <a:p>
                      <a:pPr>
                        <a:buNone/>
                      </a:pPr>
                      <a:r>
                        <a:rPr lang="en-US"/>
                        <a:t>HTML</a:t>
                      </a:r>
                    </a:p>
                  </a:txBody>
                  <a:tcPr anchor="ctr"/>
                </a:tc>
                <a:tc>
                  <a:txBody>
                    <a:bodyPr/>
                    <a:lstStyle/>
                    <a:p>
                      <a:pPr>
                        <a:buNone/>
                      </a:pPr>
                      <a:r>
                        <a:rPr lang="en-US"/>
                        <a:t>Website structure</a:t>
                      </a:r>
                    </a:p>
                  </a:txBody>
                  <a:tcPr anchor="ctr"/>
                </a:tc>
                <a:extLst>
                  <a:ext uri="{0D108BD9-81ED-4DB2-BD59-A6C34878D82A}">
                    <a16:rowId xmlns:a16="http://schemas.microsoft.com/office/drawing/2014/main" val="2123763"/>
                  </a:ext>
                </a:extLst>
              </a:tr>
              <a:tr h="469498">
                <a:tc>
                  <a:txBody>
                    <a:bodyPr/>
                    <a:lstStyle/>
                    <a:p>
                      <a:pPr>
                        <a:buNone/>
                      </a:pPr>
                      <a:r>
                        <a:rPr lang="en-US"/>
                        <a:t>CSS</a:t>
                      </a:r>
                    </a:p>
                  </a:txBody>
                  <a:tcPr anchor="ctr"/>
                </a:tc>
                <a:tc>
                  <a:txBody>
                    <a:bodyPr/>
                    <a:lstStyle/>
                    <a:p>
                      <a:pPr>
                        <a:buNone/>
                      </a:pPr>
                      <a:r>
                        <a:rPr lang="en-US"/>
                        <a:t>Website styling</a:t>
                      </a:r>
                    </a:p>
                  </a:txBody>
                  <a:tcPr anchor="ctr"/>
                </a:tc>
                <a:extLst>
                  <a:ext uri="{0D108BD9-81ED-4DB2-BD59-A6C34878D82A}">
                    <a16:rowId xmlns:a16="http://schemas.microsoft.com/office/drawing/2014/main" val="1157985959"/>
                  </a:ext>
                </a:extLst>
              </a:tr>
              <a:tr h="469498">
                <a:tc>
                  <a:txBody>
                    <a:bodyPr/>
                    <a:lstStyle/>
                    <a:p>
                      <a:pPr>
                        <a:buNone/>
                      </a:pPr>
                      <a:r>
                        <a:rPr lang="en-US"/>
                        <a:t>JavaScript</a:t>
                      </a:r>
                    </a:p>
                  </a:txBody>
                  <a:tcPr anchor="ctr"/>
                </a:tc>
                <a:tc>
                  <a:txBody>
                    <a:bodyPr/>
                    <a:lstStyle/>
                    <a:p>
                      <a:pPr>
                        <a:buNone/>
                      </a:pPr>
                      <a:r>
                        <a:rPr lang="en-US"/>
                        <a:t>Website functionality</a:t>
                      </a:r>
                    </a:p>
                  </a:txBody>
                  <a:tcPr anchor="ctr"/>
                </a:tc>
                <a:extLst>
                  <a:ext uri="{0D108BD9-81ED-4DB2-BD59-A6C34878D82A}">
                    <a16:rowId xmlns:a16="http://schemas.microsoft.com/office/drawing/2014/main" val="4012639615"/>
                  </a:ext>
                </a:extLst>
              </a:tr>
              <a:tr h="469498">
                <a:tc>
                  <a:txBody>
                    <a:bodyPr/>
                    <a:lstStyle/>
                    <a:p>
                      <a:pPr>
                        <a:buNone/>
                      </a:pPr>
                      <a:r>
                        <a:rPr lang="en-US"/>
                        <a:t>Solidity</a:t>
                      </a:r>
                    </a:p>
                  </a:txBody>
                  <a:tcPr anchor="ctr"/>
                </a:tc>
                <a:tc>
                  <a:txBody>
                    <a:bodyPr/>
                    <a:lstStyle/>
                    <a:p>
                      <a:pPr>
                        <a:buNone/>
                      </a:pPr>
                      <a:r>
                        <a:rPr lang="en-US"/>
                        <a:t>Smart contract development</a:t>
                      </a:r>
                    </a:p>
                  </a:txBody>
                  <a:tcPr anchor="ctr"/>
                </a:tc>
                <a:extLst>
                  <a:ext uri="{0D108BD9-81ED-4DB2-BD59-A6C34878D82A}">
                    <a16:rowId xmlns:a16="http://schemas.microsoft.com/office/drawing/2014/main" val="463414450"/>
                  </a:ext>
                </a:extLst>
              </a:tr>
              <a:tr h="469498">
                <a:tc>
                  <a:txBody>
                    <a:bodyPr/>
                    <a:lstStyle/>
                    <a:p>
                      <a:pPr>
                        <a:buNone/>
                      </a:pPr>
                      <a:r>
                        <a:rPr lang="en-US"/>
                        <a:t>Ethers.js</a:t>
                      </a:r>
                    </a:p>
                  </a:txBody>
                  <a:tcPr anchor="ctr"/>
                </a:tc>
                <a:tc>
                  <a:txBody>
                    <a:bodyPr/>
                    <a:lstStyle/>
                    <a:p>
                      <a:pPr>
                        <a:buNone/>
                      </a:pPr>
                      <a:r>
                        <a:rPr lang="en-US"/>
                        <a:t>Website–contract communication</a:t>
                      </a:r>
                    </a:p>
                  </a:txBody>
                  <a:tcPr anchor="ctr"/>
                </a:tc>
                <a:extLst>
                  <a:ext uri="{0D108BD9-81ED-4DB2-BD59-A6C34878D82A}">
                    <a16:rowId xmlns:a16="http://schemas.microsoft.com/office/drawing/2014/main" val="3736376063"/>
                  </a:ext>
                </a:extLst>
              </a:tr>
              <a:tr h="469498">
                <a:tc>
                  <a:txBody>
                    <a:bodyPr/>
                    <a:lstStyle/>
                    <a:p>
                      <a:pPr>
                        <a:buNone/>
                      </a:pPr>
                      <a:r>
                        <a:rPr lang="en-US"/>
                        <a:t>MetaMask</a:t>
                      </a:r>
                    </a:p>
                  </a:txBody>
                  <a:tcPr anchor="ctr"/>
                </a:tc>
                <a:tc>
                  <a:txBody>
                    <a:bodyPr/>
                    <a:lstStyle/>
                    <a:p>
                      <a:pPr>
                        <a:buNone/>
                      </a:pPr>
                      <a:r>
                        <a:rPr lang="en-US"/>
                        <a:t>Wallet connection and authorization</a:t>
                      </a:r>
                    </a:p>
                  </a:txBody>
                  <a:tcPr anchor="ctr"/>
                </a:tc>
                <a:extLst>
                  <a:ext uri="{0D108BD9-81ED-4DB2-BD59-A6C34878D82A}">
                    <a16:rowId xmlns:a16="http://schemas.microsoft.com/office/drawing/2014/main" val="617700456"/>
                  </a:ext>
                </a:extLst>
              </a:tr>
              <a:tr h="469498">
                <a:tc>
                  <a:txBody>
                    <a:bodyPr/>
                    <a:lstStyle/>
                    <a:p>
                      <a:pPr>
                        <a:buNone/>
                      </a:pPr>
                      <a:r>
                        <a:rPr lang="en-US"/>
                        <a:t>Remix IDE</a:t>
                      </a:r>
                    </a:p>
                  </a:txBody>
                  <a:tcPr anchor="ctr"/>
                </a:tc>
                <a:tc>
                  <a:txBody>
                    <a:bodyPr/>
                    <a:lstStyle/>
                    <a:p>
                      <a:pPr>
                        <a:buNone/>
                      </a:pPr>
                      <a:r>
                        <a:rPr lang="en-US"/>
                        <a:t>Smart contract development and testing</a:t>
                      </a:r>
                    </a:p>
                  </a:txBody>
                  <a:tcPr anchor="ctr"/>
                </a:tc>
                <a:extLst>
                  <a:ext uri="{0D108BD9-81ED-4DB2-BD59-A6C34878D82A}">
                    <a16:rowId xmlns:a16="http://schemas.microsoft.com/office/drawing/2014/main" val="3040179279"/>
                  </a:ext>
                </a:extLst>
              </a:tr>
              <a:tr h="469498">
                <a:tc>
                  <a:txBody>
                    <a:bodyPr/>
                    <a:lstStyle/>
                    <a:p>
                      <a:pPr>
                        <a:buNone/>
                      </a:pPr>
                      <a:r>
                        <a:rPr lang="en-US"/>
                        <a:t>Ethereum-compatible blockchain</a:t>
                      </a:r>
                    </a:p>
                  </a:txBody>
                  <a:tcPr anchor="ctr"/>
                </a:tc>
                <a:tc>
                  <a:txBody>
                    <a:bodyPr/>
                    <a:lstStyle/>
                    <a:p>
                      <a:pPr>
                        <a:buNone/>
                      </a:pPr>
                      <a:r>
                        <a:rPr lang="en-US" dirty="0"/>
                        <a:t>Smart contract execution and record storage</a:t>
                      </a:r>
                    </a:p>
                  </a:txBody>
                  <a:tcPr anchor="ctr"/>
                </a:tc>
                <a:extLst>
                  <a:ext uri="{0D108BD9-81ED-4DB2-BD59-A6C34878D82A}">
                    <a16:rowId xmlns:a16="http://schemas.microsoft.com/office/drawing/2014/main" val="1757203513"/>
                  </a:ext>
                </a:extLst>
              </a:tr>
            </a:tbl>
          </a:graphicData>
        </a:graphic>
      </p:graphicFrame>
      <p:sp>
        <p:nvSpPr>
          <p:cNvPr id="6" name="Slide Number Placeholder 5">
            <a:extLst>
              <a:ext uri="{FF2B5EF4-FFF2-40B4-BE49-F238E27FC236}">
                <a16:creationId xmlns:a16="http://schemas.microsoft.com/office/drawing/2014/main" id="{9DF7A650-5D6D-0193-8FE8-294D614410B1}"/>
              </a:ext>
            </a:extLst>
          </p:cNvPr>
          <p:cNvSpPr>
            <a:spLocks noGrp="1"/>
          </p:cNvSpPr>
          <p:nvPr>
            <p:ph type="sldNum" sz="quarter" idx="12"/>
          </p:nvPr>
        </p:nvSpPr>
        <p:spPr/>
        <p:txBody>
          <a:bodyPr/>
          <a:lstStyle/>
          <a:p>
            <a:fld id="{E8544464-6882-4959-B704-4CAF944CB379}" type="slidenum">
              <a:rPr lang="en-US" smtClean="0"/>
              <a:t>6</a:t>
            </a:fld>
            <a:endParaRPr lang="en-US"/>
          </a:p>
        </p:txBody>
      </p:sp>
    </p:spTree>
    <p:extLst>
      <p:ext uri="{BB962C8B-B14F-4D97-AF65-F5344CB8AC3E}">
        <p14:creationId xmlns:p14="http://schemas.microsoft.com/office/powerpoint/2010/main" val="216992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880-23BC-2255-4DE2-5FB2D7FC9B0B}"/>
              </a:ext>
            </a:extLst>
          </p:cNvPr>
          <p:cNvSpPr>
            <a:spLocks noGrp="1"/>
          </p:cNvSpPr>
          <p:nvPr>
            <p:ph type="title"/>
          </p:nvPr>
        </p:nvSpPr>
        <p:spPr/>
        <p:txBody>
          <a:bodyPr/>
          <a:lstStyle/>
          <a:p>
            <a:pPr algn="ctr"/>
            <a:r>
              <a:rPr lang="en-US" b="1" dirty="0"/>
              <a:t>System Architecture</a:t>
            </a:r>
          </a:p>
        </p:txBody>
      </p:sp>
      <p:sp>
        <p:nvSpPr>
          <p:cNvPr id="6" name="TextBox 5">
            <a:extLst>
              <a:ext uri="{FF2B5EF4-FFF2-40B4-BE49-F238E27FC236}">
                <a16:creationId xmlns:a16="http://schemas.microsoft.com/office/drawing/2014/main" id="{640A79BC-817C-5809-B3A3-A2B29A542121}"/>
              </a:ext>
            </a:extLst>
          </p:cNvPr>
          <p:cNvSpPr txBox="1"/>
          <p:nvPr/>
        </p:nvSpPr>
        <p:spPr>
          <a:xfrm>
            <a:off x="585216" y="1399032"/>
            <a:ext cx="10634472" cy="4770537"/>
          </a:xfrm>
          <a:prstGeom prst="rect">
            <a:avLst/>
          </a:prstGeom>
          <a:noFill/>
        </p:spPr>
        <p:txBody>
          <a:bodyPr wrap="square" rtlCol="0">
            <a:spAutoFit/>
          </a:bodyPr>
          <a:lstStyle/>
          <a:p>
            <a:r>
              <a:rPr lang="en-US" sz="2400" b="1" dirty="0"/>
              <a:t>Main Components</a:t>
            </a:r>
          </a:p>
          <a:p>
            <a:pPr marL="285750" lvl="0" indent="-285750">
              <a:buFont typeface="Arial" panose="020B0604020202020204" pitchFamily="34" charset="0"/>
              <a:buChar char="•"/>
            </a:pPr>
            <a:r>
              <a:rPr lang="en-US" sz="2000" dirty="0"/>
              <a:t>Website Interface</a:t>
            </a:r>
          </a:p>
          <a:p>
            <a:pPr marL="285750" lvl="0" indent="-285750">
              <a:buFont typeface="Arial" panose="020B0604020202020204" pitchFamily="34" charset="0"/>
              <a:buChar char="•"/>
            </a:pPr>
            <a:r>
              <a:rPr lang="en-US" sz="2000" dirty="0"/>
              <a:t>JavaScript Functionality</a:t>
            </a:r>
          </a:p>
          <a:p>
            <a:pPr marL="285750" lvl="0" indent="-285750">
              <a:buFont typeface="Arial" panose="020B0604020202020204" pitchFamily="34" charset="0"/>
              <a:buChar char="•"/>
            </a:pPr>
            <a:r>
              <a:rPr lang="en-US" sz="2000" dirty="0"/>
              <a:t>MetaMask</a:t>
            </a:r>
          </a:p>
          <a:p>
            <a:pPr marL="285750" lvl="0" indent="-285750">
              <a:buFont typeface="Arial" panose="020B0604020202020204" pitchFamily="34" charset="0"/>
              <a:buChar char="•"/>
            </a:pPr>
            <a:r>
              <a:rPr lang="en-US" sz="2000" dirty="0"/>
              <a:t>Ethers.js</a:t>
            </a:r>
          </a:p>
          <a:p>
            <a:pPr marL="285750" lvl="0" indent="-285750">
              <a:buFont typeface="Arial" panose="020B0604020202020204" pitchFamily="34" charset="0"/>
              <a:buChar char="•"/>
            </a:pPr>
            <a:r>
              <a:rPr lang="en-US" sz="2000" dirty="0"/>
              <a:t>Solidity Smart Contract</a:t>
            </a:r>
          </a:p>
          <a:p>
            <a:pPr marL="285750" lvl="0" indent="-285750">
              <a:buFont typeface="Arial" panose="020B0604020202020204" pitchFamily="34" charset="0"/>
              <a:buChar char="•"/>
            </a:pPr>
            <a:r>
              <a:rPr lang="en-US" sz="2000" dirty="0"/>
              <a:t>Blockchain Storage</a:t>
            </a:r>
          </a:p>
          <a:p>
            <a:pPr lvl="0"/>
            <a:endParaRPr lang="en-US" dirty="0"/>
          </a:p>
          <a:p>
            <a:pPr lvl="0"/>
            <a:endParaRPr lang="en-US" dirty="0"/>
          </a:p>
          <a:p>
            <a:pPr lvl="0"/>
            <a:endParaRPr lang="en-US" sz="2400" dirty="0"/>
          </a:p>
          <a:p>
            <a:r>
              <a:rPr lang="en-US" sz="2400" b="1" dirty="0"/>
              <a:t>System Flow</a:t>
            </a:r>
          </a:p>
          <a:p>
            <a:r>
              <a:rPr lang="en-US" sz="2000" dirty="0"/>
              <a:t>User → Website Interface → Ethers.js / MetaMask → Solidity Smart Contract → Record Storage / Retrieval</a:t>
            </a:r>
          </a:p>
          <a:p>
            <a:pPr lvl="0"/>
            <a:endParaRPr lang="en-US" dirty="0"/>
          </a:p>
          <a:p>
            <a:endParaRPr lang="en-US" dirty="0"/>
          </a:p>
        </p:txBody>
      </p:sp>
      <p:pic>
        <p:nvPicPr>
          <p:cNvPr id="7" name="Picture 6">
            <a:extLst>
              <a:ext uri="{FF2B5EF4-FFF2-40B4-BE49-F238E27FC236}">
                <a16:creationId xmlns:a16="http://schemas.microsoft.com/office/drawing/2014/main" id="{8027B0A9-4136-2541-1240-75182B481AD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70832" y="1271016"/>
            <a:ext cx="6544056" cy="3099816"/>
          </a:xfrm>
          <a:prstGeom prst="rect">
            <a:avLst/>
          </a:prstGeom>
          <a:noFill/>
        </p:spPr>
      </p:pic>
      <p:sp>
        <p:nvSpPr>
          <p:cNvPr id="8" name="Slide Number Placeholder 7">
            <a:extLst>
              <a:ext uri="{FF2B5EF4-FFF2-40B4-BE49-F238E27FC236}">
                <a16:creationId xmlns:a16="http://schemas.microsoft.com/office/drawing/2014/main" id="{4193085F-F135-332E-FEFF-E8FA0707A613}"/>
              </a:ext>
            </a:extLst>
          </p:cNvPr>
          <p:cNvSpPr>
            <a:spLocks noGrp="1"/>
          </p:cNvSpPr>
          <p:nvPr>
            <p:ph type="sldNum" sz="quarter" idx="12"/>
          </p:nvPr>
        </p:nvSpPr>
        <p:spPr/>
        <p:txBody>
          <a:bodyPr/>
          <a:lstStyle/>
          <a:p>
            <a:fld id="{E8544464-6882-4959-B704-4CAF944CB379}" type="slidenum">
              <a:rPr lang="en-US" smtClean="0"/>
              <a:t>7</a:t>
            </a:fld>
            <a:endParaRPr lang="en-US"/>
          </a:p>
        </p:txBody>
      </p:sp>
    </p:spTree>
    <p:extLst>
      <p:ext uri="{BB962C8B-B14F-4D97-AF65-F5344CB8AC3E}">
        <p14:creationId xmlns:p14="http://schemas.microsoft.com/office/powerpoint/2010/main" val="869699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46BC7-8ED0-865B-662A-C004E7A9A553}"/>
              </a:ext>
            </a:extLst>
          </p:cNvPr>
          <p:cNvSpPr>
            <a:spLocks noGrp="1"/>
          </p:cNvSpPr>
          <p:nvPr>
            <p:ph type="title"/>
          </p:nvPr>
        </p:nvSpPr>
        <p:spPr/>
        <p:txBody>
          <a:bodyPr/>
          <a:lstStyle/>
          <a:p>
            <a:pPr algn="ctr"/>
            <a:r>
              <a:rPr lang="en-US" b="1" dirty="0"/>
              <a:t>Working Methodology</a:t>
            </a:r>
          </a:p>
        </p:txBody>
      </p:sp>
      <p:sp>
        <p:nvSpPr>
          <p:cNvPr id="8" name="TextBox 7">
            <a:extLst>
              <a:ext uri="{FF2B5EF4-FFF2-40B4-BE49-F238E27FC236}">
                <a16:creationId xmlns:a16="http://schemas.microsoft.com/office/drawing/2014/main" id="{821BBFAC-EAAA-06CE-D547-1F5E9A7BE5D5}"/>
              </a:ext>
            </a:extLst>
          </p:cNvPr>
          <p:cNvSpPr txBox="1"/>
          <p:nvPr/>
        </p:nvSpPr>
        <p:spPr>
          <a:xfrm>
            <a:off x="621792" y="1582340"/>
            <a:ext cx="8627168" cy="4093428"/>
          </a:xfrm>
          <a:prstGeom prst="rect">
            <a:avLst/>
          </a:prstGeom>
          <a:noFill/>
        </p:spPr>
        <p:txBody>
          <a:bodyPr wrap="square" rtlCol="0">
            <a:spAutoFit/>
          </a:bodyPr>
          <a:lstStyle/>
          <a:p>
            <a:r>
              <a:rPr lang="en-US" sz="2400" b="1" dirty="0"/>
              <a:t>Development Process</a:t>
            </a:r>
          </a:p>
          <a:p>
            <a:pPr marL="342900" lvl="0" indent="-342900">
              <a:buFont typeface="+mj-lt"/>
              <a:buAutoNum type="arabicPeriod"/>
            </a:pPr>
            <a:r>
              <a:rPr lang="en-US" sz="2000" dirty="0"/>
              <a:t>Studied basic web development concepts.</a:t>
            </a:r>
          </a:p>
          <a:p>
            <a:pPr marL="342900" lvl="0" indent="-342900">
              <a:buFont typeface="+mj-lt"/>
              <a:buAutoNum type="arabicPeriod"/>
            </a:pPr>
            <a:r>
              <a:rPr lang="en-US" sz="2000" dirty="0"/>
              <a:t>Learned Solidity and smart contract fundamentals.</a:t>
            </a:r>
          </a:p>
          <a:p>
            <a:pPr marL="342900" lvl="0" indent="-342900">
              <a:buFont typeface="+mj-lt"/>
              <a:buAutoNum type="arabicPeriod"/>
            </a:pPr>
            <a:r>
              <a:rPr lang="en-US" sz="2000" dirty="0"/>
              <a:t>Designed the website interface.</a:t>
            </a:r>
          </a:p>
          <a:p>
            <a:pPr marL="342900" lvl="0" indent="-342900">
              <a:buFont typeface="+mj-lt"/>
              <a:buAutoNum type="arabicPeriod"/>
            </a:pPr>
            <a:r>
              <a:rPr lang="en-US" sz="2000" dirty="0"/>
              <a:t>Developed the student record smart contract.</a:t>
            </a:r>
          </a:p>
          <a:p>
            <a:pPr marL="342900" lvl="0" indent="-342900">
              <a:buFont typeface="+mj-lt"/>
              <a:buAutoNum type="arabicPeriod"/>
            </a:pPr>
            <a:r>
              <a:rPr lang="en-US" sz="2000" dirty="0"/>
              <a:t>Connected the frontend with the smart contract.</a:t>
            </a:r>
          </a:p>
          <a:p>
            <a:pPr marL="342900" lvl="0" indent="-342900">
              <a:buFont typeface="+mj-lt"/>
              <a:buAutoNum type="arabicPeriod"/>
            </a:pPr>
            <a:r>
              <a:rPr lang="en-US" sz="2000" dirty="0"/>
              <a:t>Tested record storage and retrieval.</a:t>
            </a:r>
          </a:p>
          <a:p>
            <a:pPr marL="342900" lvl="0" indent="-342900">
              <a:buFont typeface="+mj-lt"/>
              <a:buAutoNum type="arabicPeriod"/>
            </a:pPr>
            <a:r>
              <a:rPr lang="en-US" sz="2000" dirty="0"/>
              <a:t>Reviewed the working application.</a:t>
            </a:r>
          </a:p>
          <a:p>
            <a:pPr marL="342900" lvl="0" indent="-342900">
              <a:buFont typeface="+mj-lt"/>
              <a:buAutoNum type="arabicPeriod"/>
            </a:pPr>
            <a:endParaRPr lang="en-US" dirty="0"/>
          </a:p>
          <a:p>
            <a:r>
              <a:rPr lang="en-US" sz="2400" b="1" dirty="0"/>
              <a:t>Methodology</a:t>
            </a:r>
          </a:p>
          <a:p>
            <a:r>
              <a:rPr lang="en-US" dirty="0"/>
              <a:t>L</a:t>
            </a:r>
            <a:r>
              <a:rPr lang="en-US" sz="2000" dirty="0"/>
              <a:t>earning → Development → Integration → Testing → Review</a:t>
            </a:r>
          </a:p>
          <a:p>
            <a:pPr lvl="0"/>
            <a:endParaRPr lang="en-US" dirty="0"/>
          </a:p>
          <a:p>
            <a:endParaRPr lang="en-US" dirty="0"/>
          </a:p>
        </p:txBody>
      </p:sp>
      <p:sp>
        <p:nvSpPr>
          <p:cNvPr id="9" name="Slide Number Placeholder 8">
            <a:extLst>
              <a:ext uri="{FF2B5EF4-FFF2-40B4-BE49-F238E27FC236}">
                <a16:creationId xmlns:a16="http://schemas.microsoft.com/office/drawing/2014/main" id="{48E04DA0-0751-B848-1186-E1D2A50BB6BA}"/>
              </a:ext>
            </a:extLst>
          </p:cNvPr>
          <p:cNvSpPr>
            <a:spLocks noGrp="1"/>
          </p:cNvSpPr>
          <p:nvPr>
            <p:ph type="sldNum" sz="quarter" idx="12"/>
          </p:nvPr>
        </p:nvSpPr>
        <p:spPr/>
        <p:txBody>
          <a:bodyPr/>
          <a:lstStyle/>
          <a:p>
            <a:fld id="{E8544464-6882-4959-B704-4CAF944CB379}" type="slidenum">
              <a:rPr lang="en-US" smtClean="0"/>
              <a:t>8</a:t>
            </a:fld>
            <a:endParaRPr lang="en-US"/>
          </a:p>
        </p:txBody>
      </p:sp>
    </p:spTree>
    <p:extLst>
      <p:ext uri="{BB962C8B-B14F-4D97-AF65-F5344CB8AC3E}">
        <p14:creationId xmlns:p14="http://schemas.microsoft.com/office/powerpoint/2010/main" val="1942989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0C42-243F-BCE0-D5AE-15F71008CAA2}"/>
              </a:ext>
            </a:extLst>
          </p:cNvPr>
          <p:cNvSpPr>
            <a:spLocks noGrp="1"/>
          </p:cNvSpPr>
          <p:nvPr>
            <p:ph type="ctrTitle"/>
          </p:nvPr>
        </p:nvSpPr>
        <p:spPr>
          <a:xfrm>
            <a:off x="1524000" y="182881"/>
            <a:ext cx="9144000" cy="740664"/>
          </a:xfrm>
        </p:spPr>
        <p:txBody>
          <a:bodyPr>
            <a:normAutofit/>
          </a:bodyPr>
          <a:lstStyle/>
          <a:p>
            <a:r>
              <a:rPr lang="en-US" sz="4400" b="1" dirty="0"/>
              <a:t>Project Implementation</a:t>
            </a:r>
          </a:p>
        </p:txBody>
      </p:sp>
      <p:sp>
        <p:nvSpPr>
          <p:cNvPr id="4" name="TextBox 3">
            <a:extLst>
              <a:ext uri="{FF2B5EF4-FFF2-40B4-BE49-F238E27FC236}">
                <a16:creationId xmlns:a16="http://schemas.microsoft.com/office/drawing/2014/main" id="{72ECE126-BF3F-1F33-9A4C-0CABC2DF6E2A}"/>
              </a:ext>
            </a:extLst>
          </p:cNvPr>
          <p:cNvSpPr txBox="1"/>
          <p:nvPr/>
        </p:nvSpPr>
        <p:spPr>
          <a:xfrm>
            <a:off x="640080" y="1225296"/>
            <a:ext cx="11045952" cy="5078313"/>
          </a:xfrm>
          <a:prstGeom prst="rect">
            <a:avLst/>
          </a:prstGeom>
          <a:noFill/>
        </p:spPr>
        <p:txBody>
          <a:bodyPr wrap="square" rtlCol="0">
            <a:spAutoFit/>
          </a:bodyPr>
          <a:lstStyle/>
          <a:p>
            <a:r>
              <a:rPr lang="en-US" sz="2400" b="1" dirty="0"/>
              <a:t>Website Interface</a:t>
            </a:r>
          </a:p>
          <a:p>
            <a:pPr marL="285750" lvl="0" indent="-285750">
              <a:buFont typeface="Arial" panose="020B0604020202020204" pitchFamily="34" charset="0"/>
              <a:buChar char="•"/>
            </a:pPr>
            <a:r>
              <a:rPr lang="en-US" sz="2000" dirty="0"/>
              <a:t>Developed using HTML and CSS.</a:t>
            </a:r>
          </a:p>
          <a:p>
            <a:pPr marL="285750" lvl="0" indent="-285750">
              <a:buFont typeface="Arial" panose="020B0604020202020204" pitchFamily="34" charset="0"/>
              <a:buChar char="•"/>
            </a:pPr>
            <a:r>
              <a:rPr lang="en-US" sz="2000" dirty="0"/>
              <a:t>Provides the basic project interface.</a:t>
            </a:r>
          </a:p>
          <a:p>
            <a:pPr marL="285750" lvl="0" indent="-285750">
              <a:buFont typeface="Arial" panose="020B0604020202020204" pitchFamily="34" charset="0"/>
              <a:buChar char="•"/>
            </a:pPr>
            <a:r>
              <a:rPr lang="en-US" sz="2000" dirty="0"/>
              <a:t>Includes wallet connection functionality.</a:t>
            </a:r>
          </a:p>
          <a:p>
            <a:pPr marL="285750" lvl="0" indent="-285750">
              <a:buFont typeface="Arial" panose="020B0604020202020204" pitchFamily="34" charset="0"/>
              <a:buChar char="•"/>
            </a:pPr>
            <a:r>
              <a:rPr lang="en-US" sz="2000" dirty="0"/>
              <a:t>Provides access to student record operations.</a:t>
            </a:r>
          </a:p>
          <a:p>
            <a:pPr lvl="0"/>
            <a:endParaRPr lang="en-US" dirty="0"/>
          </a:p>
          <a:p>
            <a:r>
              <a:rPr lang="en-US" sz="2400" b="1" dirty="0"/>
              <a:t>Student Record Form</a:t>
            </a:r>
          </a:p>
          <a:p>
            <a:pPr marL="285750" indent="-285750">
              <a:buFont typeface="Arial" panose="020B0604020202020204" pitchFamily="34" charset="0"/>
              <a:buChar char="•"/>
            </a:pPr>
            <a:r>
              <a:rPr lang="en-US" sz="2000" dirty="0"/>
              <a:t>The form accepts:</a:t>
            </a:r>
          </a:p>
          <a:p>
            <a:pPr marL="742950" lvl="1" indent="-285750">
              <a:buFont typeface="Wingdings" panose="05000000000000000000" pitchFamily="2" charset="2"/>
              <a:buChar char="Ø"/>
            </a:pPr>
            <a:r>
              <a:rPr lang="en-US" sz="2000" dirty="0"/>
              <a:t>Student name</a:t>
            </a:r>
          </a:p>
          <a:p>
            <a:pPr marL="742950" lvl="1" indent="-285750">
              <a:buFont typeface="Wingdings" panose="05000000000000000000" pitchFamily="2" charset="2"/>
              <a:buChar char="Ø"/>
            </a:pPr>
            <a:r>
              <a:rPr lang="en-US" sz="2000" dirty="0"/>
              <a:t>Roll number</a:t>
            </a:r>
          </a:p>
          <a:p>
            <a:pPr marL="742950" lvl="1" indent="-285750">
              <a:buFont typeface="Wingdings" panose="05000000000000000000" pitchFamily="2" charset="2"/>
              <a:buChar char="Ø"/>
            </a:pPr>
            <a:r>
              <a:rPr lang="en-US" sz="2000" dirty="0"/>
              <a:t>Registration number</a:t>
            </a:r>
          </a:p>
          <a:p>
            <a:pPr marL="742950" lvl="1" indent="-285750">
              <a:buFont typeface="Wingdings" panose="05000000000000000000" pitchFamily="2" charset="2"/>
              <a:buChar char="Ø"/>
            </a:pPr>
            <a:r>
              <a:rPr lang="en-US" sz="2000" dirty="0"/>
              <a:t>Department</a:t>
            </a:r>
          </a:p>
          <a:p>
            <a:pPr marL="742950" lvl="1" indent="-285750">
              <a:buFont typeface="Wingdings" panose="05000000000000000000" pitchFamily="2" charset="2"/>
              <a:buChar char="Ø"/>
            </a:pPr>
            <a:r>
              <a:rPr lang="en-US" sz="2000" dirty="0"/>
              <a:t>Semester</a:t>
            </a:r>
          </a:p>
          <a:p>
            <a:pPr marL="742950" lvl="1" indent="-285750">
              <a:buFont typeface="Wingdings" panose="05000000000000000000" pitchFamily="2" charset="2"/>
              <a:buChar char="Ø"/>
            </a:pPr>
            <a:r>
              <a:rPr lang="en-US" sz="2000" dirty="0"/>
              <a:t>CGPA</a:t>
            </a:r>
          </a:p>
          <a:p>
            <a:pPr marL="742950" lvl="1" indent="-285750">
              <a:buFont typeface="Wingdings" panose="05000000000000000000" pitchFamily="2" charset="2"/>
              <a:buChar char="Ø"/>
            </a:pPr>
            <a:r>
              <a:rPr lang="en-US" sz="2000" dirty="0"/>
              <a:t>Wallet address</a:t>
            </a:r>
          </a:p>
          <a:p>
            <a:endParaRPr lang="en-US" dirty="0"/>
          </a:p>
        </p:txBody>
      </p:sp>
      <p:sp>
        <p:nvSpPr>
          <p:cNvPr id="5" name="TextBox 4">
            <a:extLst>
              <a:ext uri="{FF2B5EF4-FFF2-40B4-BE49-F238E27FC236}">
                <a16:creationId xmlns:a16="http://schemas.microsoft.com/office/drawing/2014/main" id="{8C4B5378-9371-1973-042D-8F6055B141EA}"/>
              </a:ext>
            </a:extLst>
          </p:cNvPr>
          <p:cNvSpPr txBox="1"/>
          <p:nvPr/>
        </p:nvSpPr>
        <p:spPr>
          <a:xfrm>
            <a:off x="7790688" y="2523744"/>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C7318E5B-0757-5949-2E46-B9B0AD246A80}"/>
              </a:ext>
            </a:extLst>
          </p:cNvPr>
          <p:cNvPicPr>
            <a:picLocks noChangeAspect="1"/>
          </p:cNvPicPr>
          <p:nvPr/>
        </p:nvPicPr>
        <p:blipFill>
          <a:blip r:embed="rId2"/>
          <a:stretch>
            <a:fillRect/>
          </a:stretch>
        </p:blipFill>
        <p:spPr>
          <a:xfrm>
            <a:off x="5629656" y="1108389"/>
            <a:ext cx="5942224" cy="5219260"/>
          </a:xfrm>
          <a:prstGeom prst="rect">
            <a:avLst/>
          </a:prstGeom>
        </p:spPr>
      </p:pic>
      <p:sp>
        <p:nvSpPr>
          <p:cNvPr id="7" name="Slide Number Placeholder 6">
            <a:extLst>
              <a:ext uri="{FF2B5EF4-FFF2-40B4-BE49-F238E27FC236}">
                <a16:creationId xmlns:a16="http://schemas.microsoft.com/office/drawing/2014/main" id="{DBF0305F-E1D0-0033-2FB9-EE7FEF150A5A}"/>
              </a:ext>
            </a:extLst>
          </p:cNvPr>
          <p:cNvSpPr>
            <a:spLocks noGrp="1"/>
          </p:cNvSpPr>
          <p:nvPr>
            <p:ph type="sldNum" sz="quarter" idx="12"/>
          </p:nvPr>
        </p:nvSpPr>
        <p:spPr/>
        <p:txBody>
          <a:bodyPr/>
          <a:lstStyle/>
          <a:p>
            <a:fld id="{E8544464-6882-4959-B704-4CAF944CB379}" type="slidenum">
              <a:rPr lang="en-US" smtClean="0"/>
              <a:t>9</a:t>
            </a:fld>
            <a:endParaRPr lang="en-US"/>
          </a:p>
        </p:txBody>
      </p:sp>
    </p:spTree>
    <p:extLst>
      <p:ext uri="{BB962C8B-B14F-4D97-AF65-F5344CB8AC3E}">
        <p14:creationId xmlns:p14="http://schemas.microsoft.com/office/powerpoint/2010/main" val="261184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24158-40D3-F9E1-744C-9710CA5CCA68}"/>
              </a:ext>
            </a:extLst>
          </p:cNvPr>
          <p:cNvSpPr>
            <a:spLocks noGrp="1"/>
          </p:cNvSpPr>
          <p:nvPr>
            <p:ph type="title"/>
          </p:nvPr>
        </p:nvSpPr>
        <p:spPr>
          <a:xfrm>
            <a:off x="838200" y="1"/>
            <a:ext cx="10515600" cy="1690688"/>
          </a:xfrm>
        </p:spPr>
        <p:txBody>
          <a:bodyPr/>
          <a:lstStyle/>
          <a:p>
            <a:pPr algn="ctr"/>
            <a:r>
              <a:rPr lang="en-US" b="1" dirty="0"/>
              <a:t>Smart Contract and Blockchain Interaction</a:t>
            </a:r>
          </a:p>
        </p:txBody>
      </p:sp>
      <p:sp>
        <p:nvSpPr>
          <p:cNvPr id="4" name="TextBox 3">
            <a:extLst>
              <a:ext uri="{FF2B5EF4-FFF2-40B4-BE49-F238E27FC236}">
                <a16:creationId xmlns:a16="http://schemas.microsoft.com/office/drawing/2014/main" id="{B13983AD-3B5E-80BB-2F17-172CDC545A13}"/>
              </a:ext>
            </a:extLst>
          </p:cNvPr>
          <p:cNvSpPr txBox="1"/>
          <p:nvPr/>
        </p:nvSpPr>
        <p:spPr>
          <a:xfrm>
            <a:off x="694944" y="1609344"/>
            <a:ext cx="9089136" cy="4462760"/>
          </a:xfrm>
          <a:prstGeom prst="rect">
            <a:avLst/>
          </a:prstGeom>
          <a:noFill/>
        </p:spPr>
        <p:txBody>
          <a:bodyPr wrap="square" rtlCol="0">
            <a:spAutoFit/>
          </a:bodyPr>
          <a:lstStyle/>
          <a:p>
            <a:r>
              <a:rPr lang="en-US" sz="2400" b="1" dirty="0"/>
              <a:t>Smart Contract</a:t>
            </a:r>
          </a:p>
          <a:p>
            <a:pPr marL="285750" lvl="0" indent="-285750">
              <a:buFont typeface="Arial" panose="020B0604020202020204" pitchFamily="34" charset="0"/>
              <a:buChar char="•"/>
            </a:pPr>
            <a:r>
              <a:rPr lang="en-US" sz="2000" dirty="0"/>
              <a:t>Developed using Solidity.</a:t>
            </a:r>
          </a:p>
          <a:p>
            <a:pPr marL="285750" lvl="0" indent="-285750">
              <a:buFont typeface="Arial" panose="020B0604020202020204" pitchFamily="34" charset="0"/>
              <a:buChar char="•"/>
            </a:pPr>
            <a:r>
              <a:rPr lang="en-US" sz="2000" dirty="0"/>
              <a:t>Provides functionality for adding student records.</a:t>
            </a:r>
          </a:p>
          <a:p>
            <a:pPr marL="285750" lvl="0" indent="-285750">
              <a:buFont typeface="Arial" panose="020B0604020202020204" pitchFamily="34" charset="0"/>
              <a:buChar char="•"/>
            </a:pPr>
            <a:r>
              <a:rPr lang="en-US" sz="2000" dirty="0"/>
              <a:t>Provides functionality for retrieving stored records.</a:t>
            </a:r>
          </a:p>
          <a:p>
            <a:pPr marL="285750" lvl="0" indent="-285750">
              <a:buFont typeface="Arial" panose="020B0604020202020204" pitchFamily="34" charset="0"/>
              <a:buChar char="•"/>
            </a:pPr>
            <a:r>
              <a:rPr lang="en-US" sz="2000" dirty="0"/>
              <a:t>Manages student information through contract functions.</a:t>
            </a:r>
          </a:p>
          <a:p>
            <a:pPr lvl="0"/>
            <a:endParaRPr lang="en-US" dirty="0"/>
          </a:p>
          <a:p>
            <a:r>
              <a:rPr lang="en-US" sz="2400" b="1" dirty="0"/>
              <a:t>Blockchain Interaction</a:t>
            </a:r>
          </a:p>
          <a:p>
            <a:pPr marL="342900" lvl="0" indent="-342900">
              <a:buFont typeface="+mj-lt"/>
              <a:buAutoNum type="arabicPeriod"/>
            </a:pPr>
            <a:r>
              <a:rPr lang="en-US" sz="2000" dirty="0"/>
              <a:t>User enters student information.</a:t>
            </a:r>
          </a:p>
          <a:p>
            <a:pPr marL="342900" lvl="0" indent="-342900">
              <a:buFont typeface="+mj-lt"/>
              <a:buAutoNum type="arabicPeriod"/>
            </a:pPr>
            <a:r>
              <a:rPr lang="en-US" sz="2000" dirty="0"/>
              <a:t>JavaScript collects the form data.</a:t>
            </a:r>
          </a:p>
          <a:p>
            <a:pPr marL="342900" lvl="0" indent="-342900">
              <a:buFont typeface="+mj-lt"/>
              <a:buAutoNum type="arabicPeriod"/>
            </a:pPr>
            <a:r>
              <a:rPr lang="en-US" sz="2000" dirty="0"/>
              <a:t>Ethers.js communicates with the smart contract.</a:t>
            </a:r>
          </a:p>
          <a:p>
            <a:pPr marL="342900" lvl="0" indent="-342900">
              <a:buFont typeface="+mj-lt"/>
              <a:buAutoNum type="arabicPeriod"/>
            </a:pPr>
            <a:r>
              <a:rPr lang="en-US" sz="2000" dirty="0"/>
              <a:t>MetaMask authorizes the transaction.</a:t>
            </a:r>
          </a:p>
          <a:p>
            <a:pPr marL="342900" lvl="0" indent="-342900">
              <a:buFont typeface="+mj-lt"/>
              <a:buAutoNum type="arabicPeriod"/>
            </a:pPr>
            <a:r>
              <a:rPr lang="en-US" sz="2000" dirty="0"/>
              <a:t>The smart contract processes the record.</a:t>
            </a:r>
          </a:p>
          <a:p>
            <a:pPr marL="342900" lvl="0" indent="-342900">
              <a:buFont typeface="+mj-lt"/>
              <a:buAutoNum type="arabicPeriod"/>
            </a:pPr>
            <a:r>
              <a:rPr lang="en-US" sz="2000" dirty="0"/>
              <a:t>The website displays the relevant result.</a:t>
            </a:r>
          </a:p>
          <a:p>
            <a:endParaRPr lang="en-US" dirty="0"/>
          </a:p>
        </p:txBody>
      </p:sp>
      <p:sp>
        <p:nvSpPr>
          <p:cNvPr id="5" name="Slide Number Placeholder 4">
            <a:extLst>
              <a:ext uri="{FF2B5EF4-FFF2-40B4-BE49-F238E27FC236}">
                <a16:creationId xmlns:a16="http://schemas.microsoft.com/office/drawing/2014/main" id="{461A1736-E737-27DB-7635-87A01BD1B6E1}"/>
              </a:ext>
            </a:extLst>
          </p:cNvPr>
          <p:cNvSpPr>
            <a:spLocks noGrp="1"/>
          </p:cNvSpPr>
          <p:nvPr>
            <p:ph type="sldNum" sz="quarter" idx="12"/>
          </p:nvPr>
        </p:nvSpPr>
        <p:spPr/>
        <p:txBody>
          <a:bodyPr/>
          <a:lstStyle/>
          <a:p>
            <a:fld id="{E8544464-6882-4959-B704-4CAF944CB379}" type="slidenum">
              <a:rPr lang="en-US" smtClean="0"/>
              <a:t>10</a:t>
            </a:fld>
            <a:endParaRPr lang="en-US"/>
          </a:p>
        </p:txBody>
      </p:sp>
    </p:spTree>
    <p:extLst>
      <p:ext uri="{BB962C8B-B14F-4D97-AF65-F5344CB8AC3E}">
        <p14:creationId xmlns:p14="http://schemas.microsoft.com/office/powerpoint/2010/main" val="595462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85C8-291A-1A75-2F80-792A9D8C11CF}"/>
              </a:ext>
            </a:extLst>
          </p:cNvPr>
          <p:cNvSpPr>
            <a:spLocks noGrp="1"/>
          </p:cNvSpPr>
          <p:nvPr>
            <p:ph type="title"/>
          </p:nvPr>
        </p:nvSpPr>
        <p:spPr/>
        <p:txBody>
          <a:bodyPr/>
          <a:lstStyle/>
          <a:p>
            <a:pPr algn="ctr"/>
            <a:r>
              <a:rPr lang="en-US" b="1" dirty="0"/>
              <a:t>Project Demonstration</a:t>
            </a:r>
          </a:p>
        </p:txBody>
      </p:sp>
      <p:pic>
        <p:nvPicPr>
          <p:cNvPr id="5" name="Picture 4">
            <a:extLst>
              <a:ext uri="{FF2B5EF4-FFF2-40B4-BE49-F238E27FC236}">
                <a16:creationId xmlns:a16="http://schemas.microsoft.com/office/drawing/2014/main" id="{B81E4DD5-15CF-FAA3-4259-303EFB143442}"/>
              </a:ext>
            </a:extLst>
          </p:cNvPr>
          <p:cNvPicPr>
            <a:picLocks noChangeAspect="1"/>
          </p:cNvPicPr>
          <p:nvPr/>
        </p:nvPicPr>
        <p:blipFill>
          <a:blip r:embed="rId2"/>
          <a:stretch>
            <a:fillRect/>
          </a:stretch>
        </p:blipFill>
        <p:spPr>
          <a:xfrm>
            <a:off x="188976" y="1690180"/>
            <a:ext cx="5907024" cy="3914521"/>
          </a:xfrm>
          <a:prstGeom prst="rect">
            <a:avLst/>
          </a:prstGeom>
        </p:spPr>
      </p:pic>
      <p:pic>
        <p:nvPicPr>
          <p:cNvPr id="7" name="Picture 6">
            <a:extLst>
              <a:ext uri="{FF2B5EF4-FFF2-40B4-BE49-F238E27FC236}">
                <a16:creationId xmlns:a16="http://schemas.microsoft.com/office/drawing/2014/main" id="{A93329E6-1E07-9B77-D744-B3F92FB0904E}"/>
              </a:ext>
            </a:extLst>
          </p:cNvPr>
          <p:cNvPicPr>
            <a:picLocks noChangeAspect="1"/>
          </p:cNvPicPr>
          <p:nvPr/>
        </p:nvPicPr>
        <p:blipFill>
          <a:blip r:embed="rId3"/>
          <a:stretch>
            <a:fillRect/>
          </a:stretch>
        </p:blipFill>
        <p:spPr>
          <a:xfrm>
            <a:off x="6211824" y="1434148"/>
            <a:ext cx="5754624" cy="4674044"/>
          </a:xfrm>
          <a:prstGeom prst="rect">
            <a:avLst/>
          </a:prstGeom>
        </p:spPr>
      </p:pic>
      <p:sp>
        <p:nvSpPr>
          <p:cNvPr id="8" name="TextBox 7">
            <a:extLst>
              <a:ext uri="{FF2B5EF4-FFF2-40B4-BE49-F238E27FC236}">
                <a16:creationId xmlns:a16="http://schemas.microsoft.com/office/drawing/2014/main" id="{B0101862-216A-73FD-8D29-DE207BFCA376}"/>
              </a:ext>
            </a:extLst>
          </p:cNvPr>
          <p:cNvSpPr txBox="1"/>
          <p:nvPr/>
        </p:nvSpPr>
        <p:spPr>
          <a:xfrm>
            <a:off x="838200" y="5923526"/>
            <a:ext cx="2611997" cy="369332"/>
          </a:xfrm>
          <a:prstGeom prst="rect">
            <a:avLst/>
          </a:prstGeom>
          <a:noFill/>
        </p:spPr>
        <p:txBody>
          <a:bodyPr wrap="none" rtlCol="0">
            <a:spAutoFit/>
          </a:bodyPr>
          <a:lstStyle/>
          <a:p>
            <a:r>
              <a:rPr lang="en-US" dirty="0"/>
              <a:t>Fig 1: Website homepage.</a:t>
            </a:r>
          </a:p>
        </p:txBody>
      </p:sp>
      <p:sp>
        <p:nvSpPr>
          <p:cNvPr id="9" name="TextBox 8">
            <a:extLst>
              <a:ext uri="{FF2B5EF4-FFF2-40B4-BE49-F238E27FC236}">
                <a16:creationId xmlns:a16="http://schemas.microsoft.com/office/drawing/2014/main" id="{DE45ACE5-7485-CE41-B49B-22FBF9470CAE}"/>
              </a:ext>
            </a:extLst>
          </p:cNvPr>
          <p:cNvSpPr txBox="1"/>
          <p:nvPr/>
        </p:nvSpPr>
        <p:spPr>
          <a:xfrm>
            <a:off x="8001000" y="6123543"/>
            <a:ext cx="3248966" cy="369332"/>
          </a:xfrm>
          <a:prstGeom prst="rect">
            <a:avLst/>
          </a:prstGeom>
          <a:noFill/>
        </p:spPr>
        <p:txBody>
          <a:bodyPr wrap="none" rtlCol="0">
            <a:spAutoFit/>
          </a:bodyPr>
          <a:lstStyle/>
          <a:p>
            <a:r>
              <a:rPr lang="en-US" dirty="0"/>
              <a:t>Fig 2: Student record input form.</a:t>
            </a:r>
          </a:p>
        </p:txBody>
      </p:sp>
      <p:sp>
        <p:nvSpPr>
          <p:cNvPr id="10" name="Slide Number Placeholder 9">
            <a:extLst>
              <a:ext uri="{FF2B5EF4-FFF2-40B4-BE49-F238E27FC236}">
                <a16:creationId xmlns:a16="http://schemas.microsoft.com/office/drawing/2014/main" id="{6FD9044B-5AB0-31E1-2567-7263FDA797C3}"/>
              </a:ext>
            </a:extLst>
          </p:cNvPr>
          <p:cNvSpPr>
            <a:spLocks noGrp="1"/>
          </p:cNvSpPr>
          <p:nvPr>
            <p:ph type="sldNum" sz="quarter" idx="12"/>
          </p:nvPr>
        </p:nvSpPr>
        <p:spPr/>
        <p:txBody>
          <a:bodyPr/>
          <a:lstStyle/>
          <a:p>
            <a:fld id="{E8544464-6882-4959-B704-4CAF944CB379}" type="slidenum">
              <a:rPr lang="en-US" smtClean="0"/>
              <a:t>11</a:t>
            </a:fld>
            <a:endParaRPr lang="en-US"/>
          </a:p>
        </p:txBody>
      </p:sp>
    </p:spTree>
    <p:extLst>
      <p:ext uri="{BB962C8B-B14F-4D97-AF65-F5344CB8AC3E}">
        <p14:creationId xmlns:p14="http://schemas.microsoft.com/office/powerpoint/2010/main" val="757538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07ACF7-9789-CD40-B2F0-C15B0D832186}"/>
              </a:ext>
            </a:extLst>
          </p:cNvPr>
          <p:cNvPicPr>
            <a:picLocks noChangeAspect="1"/>
          </p:cNvPicPr>
          <p:nvPr/>
        </p:nvPicPr>
        <p:blipFill>
          <a:blip r:embed="rId2"/>
          <a:stretch>
            <a:fillRect/>
          </a:stretch>
        </p:blipFill>
        <p:spPr>
          <a:xfrm>
            <a:off x="2478024" y="17288"/>
            <a:ext cx="6693408" cy="3922776"/>
          </a:xfrm>
          <a:prstGeom prst="rect">
            <a:avLst/>
          </a:prstGeom>
        </p:spPr>
      </p:pic>
      <p:sp>
        <p:nvSpPr>
          <p:cNvPr id="6" name="TextBox 5">
            <a:extLst>
              <a:ext uri="{FF2B5EF4-FFF2-40B4-BE49-F238E27FC236}">
                <a16:creationId xmlns:a16="http://schemas.microsoft.com/office/drawing/2014/main" id="{546AEF6A-5213-9692-A5E7-9EE63F367521}"/>
              </a:ext>
            </a:extLst>
          </p:cNvPr>
          <p:cNvSpPr txBox="1"/>
          <p:nvPr/>
        </p:nvSpPr>
        <p:spPr>
          <a:xfrm>
            <a:off x="4032504" y="4041648"/>
            <a:ext cx="3584447" cy="369332"/>
          </a:xfrm>
          <a:prstGeom prst="rect">
            <a:avLst/>
          </a:prstGeom>
          <a:noFill/>
        </p:spPr>
        <p:txBody>
          <a:bodyPr wrap="square" rtlCol="0">
            <a:spAutoFit/>
          </a:bodyPr>
          <a:lstStyle/>
          <a:p>
            <a:r>
              <a:rPr lang="en-US" dirty="0"/>
              <a:t>Fig 3: Retrieved student record.</a:t>
            </a:r>
          </a:p>
        </p:txBody>
      </p:sp>
      <p:sp>
        <p:nvSpPr>
          <p:cNvPr id="7" name="Slide Number Placeholder 6">
            <a:extLst>
              <a:ext uri="{FF2B5EF4-FFF2-40B4-BE49-F238E27FC236}">
                <a16:creationId xmlns:a16="http://schemas.microsoft.com/office/drawing/2014/main" id="{1E4B6933-F8BA-093D-25CA-118CF79DEEE6}"/>
              </a:ext>
            </a:extLst>
          </p:cNvPr>
          <p:cNvSpPr>
            <a:spLocks noGrp="1"/>
          </p:cNvSpPr>
          <p:nvPr>
            <p:ph type="sldNum" sz="quarter" idx="12"/>
          </p:nvPr>
        </p:nvSpPr>
        <p:spPr/>
        <p:txBody>
          <a:bodyPr/>
          <a:lstStyle/>
          <a:p>
            <a:fld id="{E8544464-6882-4959-B704-4CAF944CB379}" type="slidenum">
              <a:rPr lang="en-US" smtClean="0"/>
              <a:t>12</a:t>
            </a:fld>
            <a:endParaRPr lang="en-US"/>
          </a:p>
        </p:txBody>
      </p:sp>
    </p:spTree>
    <p:extLst>
      <p:ext uri="{BB962C8B-B14F-4D97-AF65-F5344CB8AC3E}">
        <p14:creationId xmlns:p14="http://schemas.microsoft.com/office/powerpoint/2010/main" val="3860929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5F68-F280-844E-3086-49D9A113B08B}"/>
              </a:ext>
            </a:extLst>
          </p:cNvPr>
          <p:cNvSpPr>
            <a:spLocks noGrp="1"/>
          </p:cNvSpPr>
          <p:nvPr>
            <p:ph type="title"/>
          </p:nvPr>
        </p:nvSpPr>
        <p:spPr>
          <a:xfrm>
            <a:off x="838200" y="100585"/>
            <a:ext cx="10515600" cy="996695"/>
          </a:xfrm>
        </p:spPr>
        <p:txBody>
          <a:bodyPr/>
          <a:lstStyle/>
          <a:p>
            <a:pPr algn="ctr"/>
            <a:r>
              <a:rPr lang="en-US" b="1" dirty="0"/>
              <a:t>Testing and Results</a:t>
            </a:r>
          </a:p>
        </p:txBody>
      </p:sp>
      <p:sp>
        <p:nvSpPr>
          <p:cNvPr id="4" name="TextBox 3">
            <a:extLst>
              <a:ext uri="{FF2B5EF4-FFF2-40B4-BE49-F238E27FC236}">
                <a16:creationId xmlns:a16="http://schemas.microsoft.com/office/drawing/2014/main" id="{1FF24D19-3C3E-B2BE-79C2-9E3C91B8AAD6}"/>
              </a:ext>
            </a:extLst>
          </p:cNvPr>
          <p:cNvSpPr txBox="1"/>
          <p:nvPr/>
        </p:nvSpPr>
        <p:spPr>
          <a:xfrm>
            <a:off x="484632" y="1246013"/>
            <a:ext cx="5998464" cy="2616101"/>
          </a:xfrm>
          <a:prstGeom prst="rect">
            <a:avLst/>
          </a:prstGeom>
          <a:noFill/>
        </p:spPr>
        <p:txBody>
          <a:bodyPr wrap="square" rtlCol="0">
            <a:spAutoFit/>
          </a:bodyPr>
          <a:lstStyle/>
          <a:p>
            <a:r>
              <a:rPr lang="en-US" sz="2400" b="1" dirty="0"/>
              <a:t>Testing Performed</a:t>
            </a:r>
          </a:p>
          <a:p>
            <a:pPr marL="285750" lvl="0" indent="-285750">
              <a:buFont typeface="Arial" panose="020B0604020202020204" pitchFamily="34" charset="0"/>
              <a:buChar char="•"/>
            </a:pPr>
            <a:r>
              <a:rPr lang="en-US" sz="2000" dirty="0"/>
              <a:t>Website opening.</a:t>
            </a:r>
          </a:p>
          <a:p>
            <a:pPr marL="285750" lvl="0" indent="-285750">
              <a:buFont typeface="Arial" panose="020B0604020202020204" pitchFamily="34" charset="0"/>
              <a:buChar char="•"/>
            </a:pPr>
            <a:r>
              <a:rPr lang="en-US" sz="2000" dirty="0"/>
              <a:t>MetaMask connection.</a:t>
            </a:r>
          </a:p>
          <a:p>
            <a:pPr marL="285750" lvl="0" indent="-285750">
              <a:buFont typeface="Arial" panose="020B0604020202020204" pitchFamily="34" charset="0"/>
              <a:buChar char="•"/>
            </a:pPr>
            <a:r>
              <a:rPr lang="en-US" sz="2000" dirty="0"/>
              <a:t>Student detail entry.</a:t>
            </a:r>
          </a:p>
          <a:p>
            <a:pPr marL="285750" lvl="0" indent="-285750">
              <a:buFont typeface="Arial" panose="020B0604020202020204" pitchFamily="34" charset="0"/>
              <a:buChar char="•"/>
            </a:pPr>
            <a:r>
              <a:rPr lang="en-US" sz="2000" dirty="0"/>
              <a:t>Student record submission.</a:t>
            </a:r>
          </a:p>
          <a:p>
            <a:pPr marL="285750" lvl="0" indent="-285750">
              <a:buFont typeface="Arial" panose="020B0604020202020204" pitchFamily="34" charset="0"/>
              <a:buChar char="•"/>
            </a:pPr>
            <a:r>
              <a:rPr lang="en-US" sz="2000" dirty="0"/>
              <a:t>Smart contract record storage.</a:t>
            </a:r>
          </a:p>
          <a:p>
            <a:pPr marL="285750" lvl="0" indent="-285750">
              <a:buFont typeface="Arial" panose="020B0604020202020204" pitchFamily="34" charset="0"/>
              <a:buChar char="•"/>
            </a:pPr>
            <a:r>
              <a:rPr lang="en-US" sz="2000" dirty="0"/>
              <a:t>Retrieval of existing records.</a:t>
            </a:r>
          </a:p>
          <a:p>
            <a:pPr marL="285750" lvl="0" indent="-285750">
              <a:buFont typeface="Arial" panose="020B0604020202020204" pitchFamily="34" charset="0"/>
              <a:buChar char="•"/>
            </a:pPr>
            <a:r>
              <a:rPr lang="en-US" sz="2000" dirty="0"/>
              <a:t>Display of retrieved information</a:t>
            </a:r>
            <a:r>
              <a:rPr lang="en-US" dirty="0"/>
              <a:t>.</a:t>
            </a:r>
          </a:p>
        </p:txBody>
      </p:sp>
      <p:graphicFrame>
        <p:nvGraphicFramePr>
          <p:cNvPr id="21" name="Table 20">
            <a:extLst>
              <a:ext uri="{FF2B5EF4-FFF2-40B4-BE49-F238E27FC236}">
                <a16:creationId xmlns:a16="http://schemas.microsoft.com/office/drawing/2014/main" id="{06A60966-DFA8-3B60-1267-373FB7FCBCFD}"/>
              </a:ext>
            </a:extLst>
          </p:cNvPr>
          <p:cNvGraphicFramePr>
            <a:graphicFrameLocks noGrp="1"/>
          </p:cNvGraphicFramePr>
          <p:nvPr>
            <p:extLst>
              <p:ext uri="{D42A27DB-BD31-4B8C-83A1-F6EECF244321}">
                <p14:modId xmlns:p14="http://schemas.microsoft.com/office/powerpoint/2010/main" val="2347221569"/>
              </p:ext>
            </p:extLst>
          </p:nvPr>
        </p:nvGraphicFramePr>
        <p:xfrm>
          <a:off x="484632" y="4180593"/>
          <a:ext cx="10515600" cy="2560320"/>
        </p:xfrm>
        <a:graphic>
          <a:graphicData uri="http://schemas.openxmlformats.org/drawingml/2006/table">
            <a:tbl>
              <a:tblPr>
                <a:tableStyleId>{5C22544A-7EE6-4342-B048-85BDC9FD1C3A}</a:tableStyleId>
              </a:tblPr>
              <a:tblGrid>
                <a:gridCol w="5202936">
                  <a:extLst>
                    <a:ext uri="{9D8B030D-6E8A-4147-A177-3AD203B41FA5}">
                      <a16:colId xmlns:a16="http://schemas.microsoft.com/office/drawing/2014/main" val="4185168272"/>
                    </a:ext>
                  </a:extLst>
                </a:gridCol>
                <a:gridCol w="5312664">
                  <a:extLst>
                    <a:ext uri="{9D8B030D-6E8A-4147-A177-3AD203B41FA5}">
                      <a16:colId xmlns:a16="http://schemas.microsoft.com/office/drawing/2014/main" val="1504287524"/>
                    </a:ext>
                  </a:extLst>
                </a:gridCol>
              </a:tblGrid>
              <a:tr h="303825">
                <a:tc>
                  <a:txBody>
                    <a:bodyPr/>
                    <a:lstStyle/>
                    <a:p>
                      <a:pPr>
                        <a:buNone/>
                      </a:pPr>
                      <a:r>
                        <a:rPr lang="en-US" dirty="0"/>
                        <a:t>Test Area</a:t>
                      </a:r>
                    </a:p>
                  </a:txBody>
                  <a:tcPr anchor="ctr"/>
                </a:tc>
                <a:tc>
                  <a:txBody>
                    <a:bodyPr/>
                    <a:lstStyle/>
                    <a:p>
                      <a:pPr>
                        <a:buNone/>
                      </a:pPr>
                      <a:r>
                        <a:rPr lang="en-US"/>
                        <a:t>Result</a:t>
                      </a:r>
                    </a:p>
                  </a:txBody>
                  <a:tcPr anchor="ctr"/>
                </a:tc>
                <a:extLst>
                  <a:ext uri="{0D108BD9-81ED-4DB2-BD59-A6C34878D82A}">
                    <a16:rowId xmlns:a16="http://schemas.microsoft.com/office/drawing/2014/main" val="1509592848"/>
                  </a:ext>
                </a:extLst>
              </a:tr>
              <a:tr h="303825">
                <a:tc>
                  <a:txBody>
                    <a:bodyPr/>
                    <a:lstStyle/>
                    <a:p>
                      <a:pPr>
                        <a:buNone/>
                      </a:pPr>
                      <a:r>
                        <a:rPr lang="en-US"/>
                        <a:t>Website interface</a:t>
                      </a:r>
                    </a:p>
                  </a:txBody>
                  <a:tcPr anchor="ctr"/>
                </a:tc>
                <a:tc>
                  <a:txBody>
                    <a:bodyPr/>
                    <a:lstStyle/>
                    <a:p>
                      <a:pPr>
                        <a:buNone/>
                      </a:pPr>
                      <a:r>
                        <a:rPr lang="en-US"/>
                        <a:t>Pass</a:t>
                      </a:r>
                    </a:p>
                  </a:txBody>
                  <a:tcPr anchor="ctr"/>
                </a:tc>
                <a:extLst>
                  <a:ext uri="{0D108BD9-81ED-4DB2-BD59-A6C34878D82A}">
                    <a16:rowId xmlns:a16="http://schemas.microsoft.com/office/drawing/2014/main" val="244513042"/>
                  </a:ext>
                </a:extLst>
              </a:tr>
              <a:tr h="303825">
                <a:tc>
                  <a:txBody>
                    <a:bodyPr/>
                    <a:lstStyle/>
                    <a:p>
                      <a:pPr>
                        <a:buNone/>
                      </a:pPr>
                      <a:r>
                        <a:rPr lang="en-US"/>
                        <a:t>MetaMask connection</a:t>
                      </a:r>
                    </a:p>
                  </a:txBody>
                  <a:tcPr anchor="ctr"/>
                </a:tc>
                <a:tc>
                  <a:txBody>
                    <a:bodyPr/>
                    <a:lstStyle/>
                    <a:p>
                      <a:pPr>
                        <a:buNone/>
                      </a:pPr>
                      <a:r>
                        <a:rPr lang="en-US"/>
                        <a:t>Pass</a:t>
                      </a:r>
                    </a:p>
                  </a:txBody>
                  <a:tcPr anchor="ctr"/>
                </a:tc>
                <a:extLst>
                  <a:ext uri="{0D108BD9-81ED-4DB2-BD59-A6C34878D82A}">
                    <a16:rowId xmlns:a16="http://schemas.microsoft.com/office/drawing/2014/main" val="313246602"/>
                  </a:ext>
                </a:extLst>
              </a:tr>
              <a:tr h="303825">
                <a:tc>
                  <a:txBody>
                    <a:bodyPr/>
                    <a:lstStyle/>
                    <a:p>
                      <a:pPr>
                        <a:buNone/>
                      </a:pPr>
                      <a:r>
                        <a:rPr lang="en-US"/>
                        <a:t>Record submission</a:t>
                      </a:r>
                    </a:p>
                  </a:txBody>
                  <a:tcPr anchor="ctr"/>
                </a:tc>
                <a:tc>
                  <a:txBody>
                    <a:bodyPr/>
                    <a:lstStyle/>
                    <a:p>
                      <a:pPr>
                        <a:buNone/>
                      </a:pPr>
                      <a:r>
                        <a:rPr lang="en-US"/>
                        <a:t>Pass</a:t>
                      </a:r>
                    </a:p>
                  </a:txBody>
                  <a:tcPr anchor="ctr"/>
                </a:tc>
                <a:extLst>
                  <a:ext uri="{0D108BD9-81ED-4DB2-BD59-A6C34878D82A}">
                    <a16:rowId xmlns:a16="http://schemas.microsoft.com/office/drawing/2014/main" val="3308377070"/>
                  </a:ext>
                </a:extLst>
              </a:tr>
              <a:tr h="303825">
                <a:tc>
                  <a:txBody>
                    <a:bodyPr/>
                    <a:lstStyle/>
                    <a:p>
                      <a:pPr>
                        <a:buNone/>
                      </a:pPr>
                      <a:r>
                        <a:rPr lang="en-US"/>
                        <a:t>Record storage</a:t>
                      </a:r>
                    </a:p>
                  </a:txBody>
                  <a:tcPr anchor="ctr"/>
                </a:tc>
                <a:tc>
                  <a:txBody>
                    <a:bodyPr/>
                    <a:lstStyle/>
                    <a:p>
                      <a:pPr>
                        <a:buNone/>
                      </a:pPr>
                      <a:r>
                        <a:rPr lang="en-US"/>
                        <a:t>Pass</a:t>
                      </a:r>
                    </a:p>
                  </a:txBody>
                  <a:tcPr anchor="ctr"/>
                </a:tc>
                <a:extLst>
                  <a:ext uri="{0D108BD9-81ED-4DB2-BD59-A6C34878D82A}">
                    <a16:rowId xmlns:a16="http://schemas.microsoft.com/office/drawing/2014/main" val="1394075980"/>
                  </a:ext>
                </a:extLst>
              </a:tr>
              <a:tr h="303825">
                <a:tc>
                  <a:txBody>
                    <a:bodyPr/>
                    <a:lstStyle/>
                    <a:p>
                      <a:pPr>
                        <a:buNone/>
                      </a:pPr>
                      <a:r>
                        <a:rPr lang="en-US"/>
                        <a:t>Record retrieval</a:t>
                      </a:r>
                    </a:p>
                  </a:txBody>
                  <a:tcPr anchor="ctr"/>
                </a:tc>
                <a:tc>
                  <a:txBody>
                    <a:bodyPr/>
                    <a:lstStyle/>
                    <a:p>
                      <a:pPr>
                        <a:buNone/>
                      </a:pPr>
                      <a:r>
                        <a:rPr lang="en-US"/>
                        <a:t>Pass</a:t>
                      </a:r>
                    </a:p>
                  </a:txBody>
                  <a:tcPr anchor="ctr"/>
                </a:tc>
                <a:extLst>
                  <a:ext uri="{0D108BD9-81ED-4DB2-BD59-A6C34878D82A}">
                    <a16:rowId xmlns:a16="http://schemas.microsoft.com/office/drawing/2014/main" val="3839428858"/>
                  </a:ext>
                </a:extLst>
              </a:tr>
              <a:tr h="303825">
                <a:tc>
                  <a:txBody>
                    <a:bodyPr/>
                    <a:lstStyle/>
                    <a:p>
                      <a:pPr>
                        <a:buNone/>
                      </a:pPr>
                      <a:r>
                        <a:rPr lang="en-US" dirty="0"/>
                        <a:t>Data display</a:t>
                      </a:r>
                    </a:p>
                  </a:txBody>
                  <a:tcPr anchor="ctr"/>
                </a:tc>
                <a:tc>
                  <a:txBody>
                    <a:bodyPr/>
                    <a:lstStyle/>
                    <a:p>
                      <a:pPr>
                        <a:buNone/>
                      </a:pPr>
                      <a:r>
                        <a:rPr lang="en-US" dirty="0"/>
                        <a:t>Pass</a:t>
                      </a:r>
                    </a:p>
                  </a:txBody>
                  <a:tcPr anchor="ctr"/>
                </a:tc>
                <a:extLst>
                  <a:ext uri="{0D108BD9-81ED-4DB2-BD59-A6C34878D82A}">
                    <a16:rowId xmlns:a16="http://schemas.microsoft.com/office/drawing/2014/main" val="3195007880"/>
                  </a:ext>
                </a:extLst>
              </a:tr>
            </a:tbl>
          </a:graphicData>
        </a:graphic>
      </p:graphicFrame>
      <p:sp>
        <p:nvSpPr>
          <p:cNvPr id="22" name="TextBox 21">
            <a:extLst>
              <a:ext uri="{FF2B5EF4-FFF2-40B4-BE49-F238E27FC236}">
                <a16:creationId xmlns:a16="http://schemas.microsoft.com/office/drawing/2014/main" id="{3368A0F3-FC29-D97D-7BA3-B352E2012E98}"/>
              </a:ext>
            </a:extLst>
          </p:cNvPr>
          <p:cNvSpPr txBox="1"/>
          <p:nvPr/>
        </p:nvSpPr>
        <p:spPr>
          <a:xfrm>
            <a:off x="484632" y="3790521"/>
            <a:ext cx="3328416" cy="461665"/>
          </a:xfrm>
          <a:prstGeom prst="rect">
            <a:avLst/>
          </a:prstGeom>
          <a:noFill/>
        </p:spPr>
        <p:txBody>
          <a:bodyPr wrap="square" rtlCol="0">
            <a:spAutoFit/>
          </a:bodyPr>
          <a:lstStyle/>
          <a:p>
            <a:r>
              <a:rPr lang="en-US" sz="2400" b="1" dirty="0"/>
              <a:t>Testing Summary</a:t>
            </a:r>
          </a:p>
        </p:txBody>
      </p:sp>
      <p:sp>
        <p:nvSpPr>
          <p:cNvPr id="23" name="Slide Number Placeholder 22">
            <a:extLst>
              <a:ext uri="{FF2B5EF4-FFF2-40B4-BE49-F238E27FC236}">
                <a16:creationId xmlns:a16="http://schemas.microsoft.com/office/drawing/2014/main" id="{B33430DB-D795-C507-D8B5-5035C7E9B089}"/>
              </a:ext>
            </a:extLst>
          </p:cNvPr>
          <p:cNvSpPr>
            <a:spLocks noGrp="1"/>
          </p:cNvSpPr>
          <p:nvPr>
            <p:ph type="sldNum" sz="quarter" idx="12"/>
          </p:nvPr>
        </p:nvSpPr>
        <p:spPr/>
        <p:txBody>
          <a:bodyPr/>
          <a:lstStyle/>
          <a:p>
            <a:fld id="{E8544464-6882-4959-B704-4CAF944CB379}" type="slidenum">
              <a:rPr lang="en-US" smtClean="0"/>
              <a:t>13</a:t>
            </a:fld>
            <a:endParaRPr lang="en-US"/>
          </a:p>
        </p:txBody>
      </p:sp>
    </p:spTree>
    <p:extLst>
      <p:ext uri="{BB962C8B-B14F-4D97-AF65-F5344CB8AC3E}">
        <p14:creationId xmlns:p14="http://schemas.microsoft.com/office/powerpoint/2010/main" val="968654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C1BB69-3522-F0A6-1BE7-82A4D3D44DDC}"/>
              </a:ext>
            </a:extLst>
          </p:cNvPr>
          <p:cNvSpPr txBox="1"/>
          <p:nvPr/>
        </p:nvSpPr>
        <p:spPr>
          <a:xfrm>
            <a:off x="1271016" y="1453897"/>
            <a:ext cx="7050024" cy="3200876"/>
          </a:xfrm>
          <a:prstGeom prst="rect">
            <a:avLst/>
          </a:prstGeom>
          <a:noFill/>
        </p:spPr>
        <p:txBody>
          <a:bodyPr wrap="square" rtlCol="0">
            <a:spAutoFit/>
          </a:bodyPr>
          <a:lstStyle/>
          <a:p>
            <a:r>
              <a:rPr lang="en-US" sz="2400" b="1" dirty="0"/>
              <a:t>Testing Results</a:t>
            </a:r>
            <a:endParaRPr lang="en-US" sz="2400" dirty="0"/>
          </a:p>
          <a:p>
            <a:pPr marL="285750" indent="-285750">
              <a:buFont typeface="Wingdings" panose="05000000000000000000" pitchFamily="2" charset="2"/>
              <a:buChar char="Ø"/>
            </a:pPr>
            <a:r>
              <a:rPr lang="en-US" sz="2000" dirty="0"/>
              <a:t>The testing process focused on the main functionality of the website.</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The wallet connection was tested to verify that the website could interact with MetaMask. The record storage functionality was checked by submitting student information through the form. The retrieval functionality was tested by requesting a previously stored student </a:t>
            </a:r>
            <a:r>
              <a:rPr lang="en-US" dirty="0"/>
              <a:t>record.</a:t>
            </a:r>
          </a:p>
          <a:p>
            <a:endParaRPr lang="en-US" dirty="0"/>
          </a:p>
        </p:txBody>
      </p:sp>
      <p:sp>
        <p:nvSpPr>
          <p:cNvPr id="5" name="Slide Number Placeholder 4">
            <a:extLst>
              <a:ext uri="{FF2B5EF4-FFF2-40B4-BE49-F238E27FC236}">
                <a16:creationId xmlns:a16="http://schemas.microsoft.com/office/drawing/2014/main" id="{71EBA767-5A70-A08D-F7DE-9ADF7C44434B}"/>
              </a:ext>
            </a:extLst>
          </p:cNvPr>
          <p:cNvSpPr>
            <a:spLocks noGrp="1"/>
          </p:cNvSpPr>
          <p:nvPr>
            <p:ph type="sldNum" sz="quarter" idx="12"/>
          </p:nvPr>
        </p:nvSpPr>
        <p:spPr/>
        <p:txBody>
          <a:bodyPr/>
          <a:lstStyle/>
          <a:p>
            <a:fld id="{E8544464-6882-4959-B704-4CAF944CB379}" type="slidenum">
              <a:rPr lang="en-US" smtClean="0"/>
              <a:t>14</a:t>
            </a:fld>
            <a:endParaRPr lang="en-US"/>
          </a:p>
        </p:txBody>
      </p:sp>
    </p:spTree>
    <p:extLst>
      <p:ext uri="{BB962C8B-B14F-4D97-AF65-F5344CB8AC3E}">
        <p14:creationId xmlns:p14="http://schemas.microsoft.com/office/powerpoint/2010/main" val="138784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BA47-7B72-0143-467E-430765BE1457}"/>
              </a:ext>
            </a:extLst>
          </p:cNvPr>
          <p:cNvSpPr>
            <a:spLocks noGrp="1"/>
          </p:cNvSpPr>
          <p:nvPr>
            <p:ph type="title"/>
          </p:nvPr>
        </p:nvSpPr>
        <p:spPr/>
        <p:txBody>
          <a:bodyPr/>
          <a:lstStyle/>
          <a:p>
            <a:pPr algn="ctr"/>
            <a:r>
              <a:rPr lang="en-US" b="1" dirty="0"/>
              <a:t>Challenges and Solutions</a:t>
            </a:r>
          </a:p>
        </p:txBody>
      </p:sp>
      <p:graphicFrame>
        <p:nvGraphicFramePr>
          <p:cNvPr id="5" name="Table 4">
            <a:extLst>
              <a:ext uri="{FF2B5EF4-FFF2-40B4-BE49-F238E27FC236}">
                <a16:creationId xmlns:a16="http://schemas.microsoft.com/office/drawing/2014/main" id="{092214A7-ADA5-4D37-03E9-BFBB55DC4DBB}"/>
              </a:ext>
            </a:extLst>
          </p:cNvPr>
          <p:cNvGraphicFramePr>
            <a:graphicFrameLocks noGrp="1"/>
          </p:cNvGraphicFramePr>
          <p:nvPr>
            <p:extLst>
              <p:ext uri="{D42A27DB-BD31-4B8C-83A1-F6EECF244321}">
                <p14:modId xmlns:p14="http://schemas.microsoft.com/office/powerpoint/2010/main" val="329996984"/>
              </p:ext>
            </p:extLst>
          </p:nvPr>
        </p:nvGraphicFramePr>
        <p:xfrm>
          <a:off x="618744" y="1810512"/>
          <a:ext cx="10515600" cy="3328416"/>
        </p:xfrm>
        <a:graphic>
          <a:graphicData uri="http://schemas.openxmlformats.org/drawingml/2006/table">
            <a:tbl>
              <a:tblPr>
                <a:tableStyleId>{5C22544A-7EE6-4342-B048-85BDC9FD1C3A}</a:tableStyleId>
              </a:tblPr>
              <a:tblGrid>
                <a:gridCol w="5233416">
                  <a:extLst>
                    <a:ext uri="{9D8B030D-6E8A-4147-A177-3AD203B41FA5}">
                      <a16:colId xmlns:a16="http://schemas.microsoft.com/office/drawing/2014/main" val="3239144557"/>
                    </a:ext>
                  </a:extLst>
                </a:gridCol>
                <a:gridCol w="5282184">
                  <a:extLst>
                    <a:ext uri="{9D8B030D-6E8A-4147-A177-3AD203B41FA5}">
                      <a16:colId xmlns:a16="http://schemas.microsoft.com/office/drawing/2014/main" val="962265940"/>
                    </a:ext>
                  </a:extLst>
                </a:gridCol>
              </a:tblGrid>
              <a:tr h="554736">
                <a:tc>
                  <a:txBody>
                    <a:bodyPr/>
                    <a:lstStyle/>
                    <a:p>
                      <a:pPr>
                        <a:buNone/>
                      </a:pPr>
                      <a:r>
                        <a:rPr lang="en-US"/>
                        <a:t>Challenge</a:t>
                      </a:r>
                    </a:p>
                  </a:txBody>
                  <a:tcPr anchor="ctr"/>
                </a:tc>
                <a:tc>
                  <a:txBody>
                    <a:bodyPr/>
                    <a:lstStyle/>
                    <a:p>
                      <a:pPr>
                        <a:buNone/>
                      </a:pPr>
                      <a:r>
                        <a:rPr lang="en-US"/>
                        <a:t>Solution</a:t>
                      </a:r>
                    </a:p>
                  </a:txBody>
                  <a:tcPr anchor="ctr"/>
                </a:tc>
                <a:extLst>
                  <a:ext uri="{0D108BD9-81ED-4DB2-BD59-A6C34878D82A}">
                    <a16:rowId xmlns:a16="http://schemas.microsoft.com/office/drawing/2014/main" val="2313282350"/>
                  </a:ext>
                </a:extLst>
              </a:tr>
              <a:tr h="554736">
                <a:tc>
                  <a:txBody>
                    <a:bodyPr/>
                    <a:lstStyle/>
                    <a:p>
                      <a:pPr>
                        <a:buNone/>
                      </a:pPr>
                      <a:r>
                        <a:rPr lang="en-US"/>
                        <a:t>Connecting the website with MetaMask</a:t>
                      </a:r>
                    </a:p>
                  </a:txBody>
                  <a:tcPr anchor="ctr"/>
                </a:tc>
                <a:tc>
                  <a:txBody>
                    <a:bodyPr/>
                    <a:lstStyle/>
                    <a:p>
                      <a:pPr>
                        <a:buNone/>
                      </a:pPr>
                      <a:r>
                        <a:rPr lang="en-US"/>
                        <a:t>Verified wallet connection and network settings</a:t>
                      </a:r>
                    </a:p>
                  </a:txBody>
                  <a:tcPr anchor="ctr"/>
                </a:tc>
                <a:extLst>
                  <a:ext uri="{0D108BD9-81ED-4DB2-BD59-A6C34878D82A}">
                    <a16:rowId xmlns:a16="http://schemas.microsoft.com/office/drawing/2014/main" val="3757750860"/>
                  </a:ext>
                </a:extLst>
              </a:tr>
              <a:tr h="554736">
                <a:tc>
                  <a:txBody>
                    <a:bodyPr/>
                    <a:lstStyle/>
                    <a:p>
                      <a:pPr>
                        <a:buNone/>
                      </a:pPr>
                      <a:r>
                        <a:rPr lang="en-US"/>
                        <a:t>Configuring the smart contract</a:t>
                      </a:r>
                    </a:p>
                  </a:txBody>
                  <a:tcPr anchor="ctr"/>
                </a:tc>
                <a:tc>
                  <a:txBody>
                    <a:bodyPr/>
                    <a:lstStyle/>
                    <a:p>
                      <a:pPr>
                        <a:buNone/>
                      </a:pPr>
                      <a:r>
                        <a:rPr lang="en-US"/>
                        <a:t>Checked contract address and ABI</a:t>
                      </a:r>
                    </a:p>
                  </a:txBody>
                  <a:tcPr anchor="ctr"/>
                </a:tc>
                <a:extLst>
                  <a:ext uri="{0D108BD9-81ED-4DB2-BD59-A6C34878D82A}">
                    <a16:rowId xmlns:a16="http://schemas.microsoft.com/office/drawing/2014/main" val="3371653611"/>
                  </a:ext>
                </a:extLst>
              </a:tr>
              <a:tr h="554736">
                <a:tc>
                  <a:txBody>
                    <a:bodyPr/>
                    <a:lstStyle/>
                    <a:p>
                      <a:pPr>
                        <a:buNone/>
                      </a:pPr>
                      <a:r>
                        <a:rPr lang="en-US"/>
                        <a:t>Frontend–contract communication</a:t>
                      </a:r>
                    </a:p>
                  </a:txBody>
                  <a:tcPr anchor="ctr"/>
                </a:tc>
                <a:tc>
                  <a:txBody>
                    <a:bodyPr/>
                    <a:lstStyle/>
                    <a:p>
                      <a:pPr>
                        <a:buNone/>
                      </a:pPr>
                      <a:r>
                        <a:rPr lang="en-US"/>
                        <a:t>Reviewed JavaScript and Ethers.js integration</a:t>
                      </a:r>
                    </a:p>
                  </a:txBody>
                  <a:tcPr anchor="ctr"/>
                </a:tc>
                <a:extLst>
                  <a:ext uri="{0D108BD9-81ED-4DB2-BD59-A6C34878D82A}">
                    <a16:rowId xmlns:a16="http://schemas.microsoft.com/office/drawing/2014/main" val="1923064771"/>
                  </a:ext>
                </a:extLst>
              </a:tr>
              <a:tr h="554736">
                <a:tc>
                  <a:txBody>
                    <a:bodyPr/>
                    <a:lstStyle/>
                    <a:p>
                      <a:pPr>
                        <a:buNone/>
                      </a:pPr>
                      <a:r>
                        <a:rPr lang="en-US"/>
                        <a:t>Understanding transaction processing</a:t>
                      </a:r>
                    </a:p>
                  </a:txBody>
                  <a:tcPr anchor="ctr"/>
                </a:tc>
                <a:tc>
                  <a:txBody>
                    <a:bodyPr/>
                    <a:lstStyle/>
                    <a:p>
                      <a:pPr>
                        <a:buNone/>
                      </a:pPr>
                      <a:r>
                        <a:rPr lang="en-US"/>
                        <a:t>Tested the submission and confirmation process</a:t>
                      </a:r>
                    </a:p>
                  </a:txBody>
                  <a:tcPr anchor="ctr"/>
                </a:tc>
                <a:extLst>
                  <a:ext uri="{0D108BD9-81ED-4DB2-BD59-A6C34878D82A}">
                    <a16:rowId xmlns:a16="http://schemas.microsoft.com/office/drawing/2014/main" val="3669255903"/>
                  </a:ext>
                </a:extLst>
              </a:tr>
              <a:tr h="554736">
                <a:tc>
                  <a:txBody>
                    <a:bodyPr/>
                    <a:lstStyle/>
                    <a:p>
                      <a:pPr>
                        <a:buNone/>
                      </a:pPr>
                      <a:r>
                        <a:rPr lang="en-US" dirty="0"/>
                        <a:t>Retrieving stored records</a:t>
                      </a:r>
                    </a:p>
                  </a:txBody>
                  <a:tcPr anchor="ctr"/>
                </a:tc>
                <a:tc>
                  <a:txBody>
                    <a:bodyPr/>
                    <a:lstStyle/>
                    <a:p>
                      <a:pPr>
                        <a:buNone/>
                      </a:pPr>
                      <a:r>
                        <a:rPr lang="en-US" dirty="0"/>
                        <a:t>Checked the retrieval function and displayed results</a:t>
                      </a:r>
                    </a:p>
                  </a:txBody>
                  <a:tcPr anchor="ctr"/>
                </a:tc>
                <a:extLst>
                  <a:ext uri="{0D108BD9-81ED-4DB2-BD59-A6C34878D82A}">
                    <a16:rowId xmlns:a16="http://schemas.microsoft.com/office/drawing/2014/main" val="3403514979"/>
                  </a:ext>
                </a:extLst>
              </a:tr>
            </a:tbl>
          </a:graphicData>
        </a:graphic>
      </p:graphicFrame>
      <p:sp>
        <p:nvSpPr>
          <p:cNvPr id="6" name="Slide Number Placeholder 5">
            <a:extLst>
              <a:ext uri="{FF2B5EF4-FFF2-40B4-BE49-F238E27FC236}">
                <a16:creationId xmlns:a16="http://schemas.microsoft.com/office/drawing/2014/main" id="{80E2BF07-7E79-0B39-03DF-D75CE79740A9}"/>
              </a:ext>
            </a:extLst>
          </p:cNvPr>
          <p:cNvSpPr>
            <a:spLocks noGrp="1"/>
          </p:cNvSpPr>
          <p:nvPr>
            <p:ph type="sldNum" sz="quarter" idx="12"/>
          </p:nvPr>
        </p:nvSpPr>
        <p:spPr/>
        <p:txBody>
          <a:bodyPr/>
          <a:lstStyle/>
          <a:p>
            <a:fld id="{E8544464-6882-4959-B704-4CAF944CB379}" type="slidenum">
              <a:rPr lang="en-US" smtClean="0"/>
              <a:t>15</a:t>
            </a:fld>
            <a:endParaRPr lang="en-US"/>
          </a:p>
        </p:txBody>
      </p:sp>
    </p:spTree>
    <p:extLst>
      <p:ext uri="{BB962C8B-B14F-4D97-AF65-F5344CB8AC3E}">
        <p14:creationId xmlns:p14="http://schemas.microsoft.com/office/powerpoint/2010/main" val="3648359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4CBAF-061D-59D2-8D23-371DEA9DA3B7}"/>
              </a:ext>
            </a:extLst>
          </p:cNvPr>
          <p:cNvSpPr>
            <a:spLocks noGrp="1"/>
          </p:cNvSpPr>
          <p:nvPr>
            <p:ph type="title"/>
          </p:nvPr>
        </p:nvSpPr>
        <p:spPr/>
        <p:txBody>
          <a:bodyPr/>
          <a:lstStyle/>
          <a:p>
            <a:pPr algn="ctr"/>
            <a:r>
              <a:rPr lang="en-US" b="1" dirty="0"/>
              <a:t>Learning Outcomes and Limitations</a:t>
            </a:r>
          </a:p>
        </p:txBody>
      </p:sp>
      <p:sp>
        <p:nvSpPr>
          <p:cNvPr id="4" name="TextBox 3">
            <a:extLst>
              <a:ext uri="{FF2B5EF4-FFF2-40B4-BE49-F238E27FC236}">
                <a16:creationId xmlns:a16="http://schemas.microsoft.com/office/drawing/2014/main" id="{7FFFD9DC-BB35-1684-AE35-4C7A58E22309}"/>
              </a:ext>
            </a:extLst>
          </p:cNvPr>
          <p:cNvSpPr txBox="1"/>
          <p:nvPr/>
        </p:nvSpPr>
        <p:spPr>
          <a:xfrm>
            <a:off x="838200" y="1690688"/>
            <a:ext cx="6702552" cy="4770537"/>
          </a:xfrm>
          <a:prstGeom prst="rect">
            <a:avLst/>
          </a:prstGeom>
          <a:noFill/>
        </p:spPr>
        <p:txBody>
          <a:bodyPr wrap="square" rtlCol="0">
            <a:spAutoFit/>
          </a:bodyPr>
          <a:lstStyle/>
          <a:p>
            <a:r>
              <a:rPr lang="en-US" sz="2400" b="1" dirty="0"/>
              <a:t>Learning Outcomes</a:t>
            </a:r>
          </a:p>
          <a:p>
            <a:pPr marL="285750" lvl="0" indent="-285750">
              <a:buFont typeface="Arial" panose="020B0604020202020204" pitchFamily="34" charset="0"/>
              <a:buChar char="•"/>
            </a:pPr>
            <a:r>
              <a:rPr lang="en-US" sz="2000" dirty="0"/>
              <a:t>Improved HTML, CSS, and JavaScript knowledge.</a:t>
            </a:r>
          </a:p>
          <a:p>
            <a:pPr marL="285750" lvl="0" indent="-285750">
              <a:buFont typeface="Arial" panose="020B0604020202020204" pitchFamily="34" charset="0"/>
              <a:buChar char="•"/>
            </a:pPr>
            <a:r>
              <a:rPr lang="en-US" sz="2000" dirty="0"/>
              <a:t>Learned basic Solidity programming.</a:t>
            </a:r>
          </a:p>
          <a:p>
            <a:pPr marL="285750" lvl="0" indent="-285750">
              <a:buFont typeface="Arial" panose="020B0604020202020204" pitchFamily="34" charset="0"/>
              <a:buChar char="•"/>
            </a:pPr>
            <a:r>
              <a:rPr lang="en-US" sz="2000" dirty="0"/>
              <a:t>Understood smart contract functionality.</a:t>
            </a:r>
          </a:p>
          <a:p>
            <a:pPr marL="285750" lvl="0" indent="-285750">
              <a:buFont typeface="Arial" panose="020B0604020202020204" pitchFamily="34" charset="0"/>
              <a:buChar char="•"/>
            </a:pPr>
            <a:r>
              <a:rPr lang="en-US" sz="2000" dirty="0"/>
              <a:t>Learned to connect a website with a blockchain.</a:t>
            </a:r>
          </a:p>
          <a:p>
            <a:pPr marL="285750" lvl="0" indent="-285750">
              <a:buFont typeface="Arial" panose="020B0604020202020204" pitchFamily="34" charset="0"/>
              <a:buChar char="•"/>
            </a:pPr>
            <a:r>
              <a:rPr lang="en-US" sz="2000" dirty="0"/>
              <a:t>Gained experience using MetaMask and Ethers.js.</a:t>
            </a:r>
          </a:p>
          <a:p>
            <a:pPr marL="285750" lvl="0" indent="-285750">
              <a:buFont typeface="Arial" panose="020B0604020202020204" pitchFamily="34" charset="0"/>
              <a:buChar char="•"/>
            </a:pPr>
            <a:r>
              <a:rPr lang="en-US" sz="2000" dirty="0"/>
              <a:t>Improved debugging and testing skills.</a:t>
            </a:r>
          </a:p>
          <a:p>
            <a:pPr lvl="0"/>
            <a:endParaRPr lang="en-US" dirty="0"/>
          </a:p>
          <a:p>
            <a:r>
              <a:rPr lang="en-US" sz="2400" b="1" dirty="0"/>
              <a:t>Project Limitations</a:t>
            </a:r>
          </a:p>
          <a:p>
            <a:pPr marL="285750" lvl="0" indent="-285750">
              <a:buFont typeface="Arial" panose="020B0604020202020204" pitchFamily="34" charset="0"/>
              <a:buChar char="•"/>
            </a:pPr>
            <a:r>
              <a:rPr lang="en-US" sz="2000" dirty="0"/>
              <a:t>Basic demonstration system.</a:t>
            </a:r>
          </a:p>
          <a:p>
            <a:pPr marL="285750" lvl="0" indent="-285750">
              <a:buFont typeface="Arial" panose="020B0604020202020204" pitchFamily="34" charset="0"/>
              <a:buChar char="•"/>
            </a:pPr>
            <a:r>
              <a:rPr lang="en-US" sz="2000" dirty="0"/>
              <a:t>Limited record management functionality.</a:t>
            </a:r>
          </a:p>
          <a:p>
            <a:pPr marL="285750" lvl="0" indent="-285750">
              <a:buFont typeface="Arial" panose="020B0604020202020204" pitchFamily="34" charset="0"/>
              <a:buChar char="•"/>
            </a:pPr>
            <a:r>
              <a:rPr lang="en-US" sz="2000" dirty="0"/>
              <a:t>No advanced authentication system.</a:t>
            </a:r>
          </a:p>
          <a:p>
            <a:pPr marL="285750" lvl="0" indent="-285750">
              <a:buFont typeface="Arial" panose="020B0604020202020204" pitchFamily="34" charset="0"/>
              <a:buChar char="•"/>
            </a:pPr>
            <a:r>
              <a:rPr lang="en-US" sz="2000" dirty="0"/>
              <a:t>Not a complete university-level student database.</a:t>
            </a:r>
          </a:p>
          <a:p>
            <a:pPr marL="285750" lvl="0" indent="-285750">
              <a:buFont typeface="Arial" panose="020B0604020202020204" pitchFamily="34" charset="0"/>
              <a:buChar char="•"/>
            </a:pPr>
            <a:r>
              <a:rPr lang="en-US" sz="2000" dirty="0"/>
              <a:t>Limited privacy and institutional integration features.</a:t>
            </a:r>
          </a:p>
          <a:p>
            <a:endParaRPr lang="en-US" dirty="0"/>
          </a:p>
        </p:txBody>
      </p:sp>
      <p:sp>
        <p:nvSpPr>
          <p:cNvPr id="5" name="Slide Number Placeholder 4">
            <a:extLst>
              <a:ext uri="{FF2B5EF4-FFF2-40B4-BE49-F238E27FC236}">
                <a16:creationId xmlns:a16="http://schemas.microsoft.com/office/drawing/2014/main" id="{378489C9-9E65-FE49-3D9A-D9EA2F8907F6}"/>
              </a:ext>
            </a:extLst>
          </p:cNvPr>
          <p:cNvSpPr>
            <a:spLocks noGrp="1"/>
          </p:cNvSpPr>
          <p:nvPr>
            <p:ph type="sldNum" sz="quarter" idx="12"/>
          </p:nvPr>
        </p:nvSpPr>
        <p:spPr/>
        <p:txBody>
          <a:bodyPr/>
          <a:lstStyle/>
          <a:p>
            <a:fld id="{E8544464-6882-4959-B704-4CAF944CB379}" type="slidenum">
              <a:rPr lang="en-US" smtClean="0"/>
              <a:t>16</a:t>
            </a:fld>
            <a:endParaRPr lang="en-US"/>
          </a:p>
        </p:txBody>
      </p:sp>
    </p:spTree>
    <p:extLst>
      <p:ext uri="{BB962C8B-B14F-4D97-AF65-F5344CB8AC3E}">
        <p14:creationId xmlns:p14="http://schemas.microsoft.com/office/powerpoint/2010/main" val="72292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0B4C-0ECD-EA9D-3346-EF0538090BFD}"/>
              </a:ext>
            </a:extLst>
          </p:cNvPr>
          <p:cNvSpPr>
            <a:spLocks noGrp="1"/>
          </p:cNvSpPr>
          <p:nvPr>
            <p:ph type="title"/>
          </p:nvPr>
        </p:nvSpPr>
        <p:spPr/>
        <p:txBody>
          <a:bodyPr/>
          <a:lstStyle/>
          <a:p>
            <a:pPr algn="ctr"/>
            <a:r>
              <a:rPr lang="en-US" b="1" dirty="0"/>
              <a:t>Conclusion</a:t>
            </a:r>
          </a:p>
        </p:txBody>
      </p:sp>
      <p:sp>
        <p:nvSpPr>
          <p:cNvPr id="4" name="TextBox 3">
            <a:extLst>
              <a:ext uri="{FF2B5EF4-FFF2-40B4-BE49-F238E27FC236}">
                <a16:creationId xmlns:a16="http://schemas.microsoft.com/office/drawing/2014/main" id="{E2022874-958E-1956-EE42-C4844E6FBBCA}"/>
              </a:ext>
            </a:extLst>
          </p:cNvPr>
          <p:cNvSpPr txBox="1"/>
          <p:nvPr/>
        </p:nvSpPr>
        <p:spPr>
          <a:xfrm>
            <a:off x="1892808" y="1836992"/>
            <a:ext cx="7571232" cy="3754874"/>
          </a:xfrm>
          <a:prstGeom prst="rect">
            <a:avLst/>
          </a:prstGeom>
          <a:noFill/>
        </p:spPr>
        <p:txBody>
          <a:bodyPr wrap="square" rtlCol="0">
            <a:spAutoFit/>
          </a:bodyPr>
          <a:lstStyle/>
          <a:p>
            <a:pPr marL="285750" lvl="0" indent="-285750">
              <a:buFont typeface="Wingdings" panose="05000000000000000000" pitchFamily="2" charset="2"/>
              <a:buChar char="Ø"/>
            </a:pPr>
            <a:r>
              <a:rPr lang="en-US" sz="2000" dirty="0"/>
              <a:t>The industrial training provided practical knowledge of web development and Solidity programming.</a:t>
            </a:r>
          </a:p>
          <a:p>
            <a:pPr lvl="0"/>
            <a:endParaRPr lang="en-US" sz="2000" dirty="0"/>
          </a:p>
          <a:p>
            <a:pPr marL="285750" lvl="0" indent="-285750">
              <a:buFont typeface="Wingdings" panose="05000000000000000000" pitchFamily="2" charset="2"/>
              <a:buChar char="Ø"/>
            </a:pPr>
            <a:r>
              <a:rPr lang="en-US" sz="2000" dirty="0"/>
              <a:t>The acquired knowledge was applied to develop a basic blockchain-based student record management system.</a:t>
            </a:r>
          </a:p>
          <a:p>
            <a:pPr marL="285750" lvl="0" indent="-285750">
              <a:buFont typeface="Wingdings" panose="05000000000000000000" pitchFamily="2" charset="2"/>
              <a:buChar char="Ø"/>
            </a:pPr>
            <a:endParaRPr lang="en-US" sz="2000" dirty="0"/>
          </a:p>
          <a:p>
            <a:pPr marL="285750" lvl="0" indent="-285750">
              <a:buFont typeface="Wingdings" panose="05000000000000000000" pitchFamily="2" charset="2"/>
              <a:buChar char="Ø"/>
            </a:pPr>
            <a:r>
              <a:rPr lang="en-US" sz="2000" dirty="0"/>
              <a:t>The project demonstrates student record storage and retrieval through a website and smart contract.</a:t>
            </a:r>
          </a:p>
          <a:p>
            <a:pPr marL="285750" lvl="0" indent="-285750">
              <a:buFont typeface="Wingdings" panose="05000000000000000000" pitchFamily="2" charset="2"/>
              <a:buChar char="Ø"/>
            </a:pPr>
            <a:endParaRPr lang="en-US" sz="2000" dirty="0"/>
          </a:p>
          <a:p>
            <a:pPr marL="285750" lvl="0" indent="-285750">
              <a:buFont typeface="Wingdings" panose="05000000000000000000" pitchFamily="2" charset="2"/>
              <a:buChar char="Ø"/>
            </a:pPr>
            <a:r>
              <a:rPr lang="en-US" sz="2000" dirty="0"/>
              <a:t>The training improved practical skills in frontend development, blockchain interaction, debugging, and testing.</a:t>
            </a:r>
          </a:p>
          <a:p>
            <a:endParaRPr lang="en-US" dirty="0"/>
          </a:p>
        </p:txBody>
      </p:sp>
      <p:sp>
        <p:nvSpPr>
          <p:cNvPr id="5" name="Slide Number Placeholder 4">
            <a:extLst>
              <a:ext uri="{FF2B5EF4-FFF2-40B4-BE49-F238E27FC236}">
                <a16:creationId xmlns:a16="http://schemas.microsoft.com/office/drawing/2014/main" id="{7BF28CCA-C4CA-8FF3-4727-17870140F471}"/>
              </a:ext>
            </a:extLst>
          </p:cNvPr>
          <p:cNvSpPr>
            <a:spLocks noGrp="1"/>
          </p:cNvSpPr>
          <p:nvPr>
            <p:ph type="sldNum" sz="quarter" idx="12"/>
          </p:nvPr>
        </p:nvSpPr>
        <p:spPr/>
        <p:txBody>
          <a:bodyPr/>
          <a:lstStyle/>
          <a:p>
            <a:fld id="{E8544464-6882-4959-B704-4CAF944CB379}" type="slidenum">
              <a:rPr lang="en-US" smtClean="0"/>
              <a:t>17</a:t>
            </a:fld>
            <a:endParaRPr lang="en-US"/>
          </a:p>
        </p:txBody>
      </p:sp>
    </p:spTree>
    <p:extLst>
      <p:ext uri="{BB962C8B-B14F-4D97-AF65-F5344CB8AC3E}">
        <p14:creationId xmlns:p14="http://schemas.microsoft.com/office/powerpoint/2010/main" val="3466891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5EE32-8923-B22C-8C26-16ADD63DE7B3}"/>
              </a:ext>
            </a:extLst>
          </p:cNvPr>
          <p:cNvSpPr>
            <a:spLocks noGrp="1"/>
          </p:cNvSpPr>
          <p:nvPr>
            <p:ph type="title"/>
          </p:nvPr>
        </p:nvSpPr>
        <p:spPr>
          <a:xfrm>
            <a:off x="838200" y="365125"/>
            <a:ext cx="10515600" cy="5066411"/>
          </a:xfrm>
        </p:spPr>
        <p:txBody>
          <a:bodyPr/>
          <a:lstStyle/>
          <a:p>
            <a:pPr algn="ctr"/>
            <a:r>
              <a:rPr lang="en-US" b="1" dirty="0"/>
              <a:t>THANKYOU</a:t>
            </a:r>
          </a:p>
        </p:txBody>
      </p:sp>
      <p:sp>
        <p:nvSpPr>
          <p:cNvPr id="4" name="Slide Number Placeholder 3">
            <a:extLst>
              <a:ext uri="{FF2B5EF4-FFF2-40B4-BE49-F238E27FC236}">
                <a16:creationId xmlns:a16="http://schemas.microsoft.com/office/drawing/2014/main" id="{564CF9DB-AA59-E539-AE0D-6F39027F6EBF}"/>
              </a:ext>
            </a:extLst>
          </p:cNvPr>
          <p:cNvSpPr>
            <a:spLocks noGrp="1"/>
          </p:cNvSpPr>
          <p:nvPr>
            <p:ph type="sldNum" sz="quarter" idx="12"/>
          </p:nvPr>
        </p:nvSpPr>
        <p:spPr/>
        <p:txBody>
          <a:bodyPr/>
          <a:lstStyle/>
          <a:p>
            <a:fld id="{E8544464-6882-4959-B704-4CAF944CB379}" type="slidenum">
              <a:rPr lang="en-US" smtClean="0"/>
              <a:t>18</a:t>
            </a:fld>
            <a:endParaRPr lang="en-US"/>
          </a:p>
        </p:txBody>
      </p:sp>
    </p:spTree>
    <p:extLst>
      <p:ext uri="{BB962C8B-B14F-4D97-AF65-F5344CB8AC3E}">
        <p14:creationId xmlns:p14="http://schemas.microsoft.com/office/powerpoint/2010/main" val="239208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974</Words>
  <Application>Microsoft Office PowerPoint</Application>
  <PresentationFormat>Widescreen</PresentationFormat>
  <Paragraphs>247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Industrial Training Presentation</vt:lpstr>
      <vt:lpstr>ABSTRACT</vt:lpstr>
      <vt:lpstr>Table of Content</vt:lpstr>
      <vt:lpstr>Project Introduction</vt:lpstr>
      <vt:lpstr>Problem Statement and Objectives</vt:lpstr>
      <vt:lpstr>Technologies Used</vt:lpstr>
      <vt:lpstr>System Architecture</vt:lpstr>
      <vt:lpstr>Working Methodology</vt:lpstr>
      <vt:lpstr>Project Implementation</vt:lpstr>
      <vt:lpstr>Smart Contract and Blockchain Interaction</vt:lpstr>
      <vt:lpstr>Project Demonstration</vt:lpstr>
      <vt:lpstr>PowerPoint Presentation</vt:lpstr>
      <vt:lpstr>Testing and Results</vt:lpstr>
      <vt:lpstr>PowerPoint Presentation</vt:lpstr>
      <vt:lpstr>Challenges and Solutions</vt:lpstr>
      <vt:lpstr>Learning Outcomes and Limitations</vt:lpstr>
      <vt:lpstr>Conclusion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Prasoon Kumar</dc:creator>
  <cp:lastModifiedBy>Prasoon Kumar</cp:lastModifiedBy>
  <cp:revision>1</cp:revision>
  <dcterms:created xsi:type="dcterms:W3CDTF">2026-09-24T17:45:25Z</dcterms:created>
  <dcterms:modified xsi:type="dcterms:W3CDTF">2026-09-24T19:59:01Z</dcterms:modified>
</cp:coreProperties>
</file>